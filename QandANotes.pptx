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5" r:id="rId4"/>
    <p:sldId id="266" r:id="rId5"/>
    <p:sldId id="263" r:id="rId6"/>
    <p:sldId id="267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C6AC15-BF68-445B-8B43-1B421F2ECEE4}" v="14" dt="2026-05-20T11:05:49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294" y="8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w, James (Student)" userId="8eb5091f-d461-481e-addb-2c99d76e8d61" providerId="ADAL" clId="{360F4D64-812F-4254-80DD-0F1E9EAE66E3}"/>
    <pc:docChg chg="undo custSel addSld modSld sldOrd">
      <pc:chgData name="Tew, James (Student)" userId="8eb5091f-d461-481e-addb-2c99d76e8d61" providerId="ADAL" clId="{360F4D64-812F-4254-80DD-0F1E9EAE66E3}" dt="2026-05-20T11:06:04.784" v="3696" actId="20577"/>
      <pc:docMkLst>
        <pc:docMk/>
      </pc:docMkLst>
      <pc:sldChg chg="modSp mod">
        <pc:chgData name="Tew, James (Student)" userId="8eb5091f-d461-481e-addb-2c99d76e8d61" providerId="ADAL" clId="{360F4D64-812F-4254-80DD-0F1E9EAE66E3}" dt="2026-05-20T11:06:04.784" v="3696" actId="20577"/>
        <pc:sldMkLst>
          <pc:docMk/>
          <pc:sldMk cId="2956803262" sldId="256"/>
        </pc:sldMkLst>
        <pc:spChg chg="mod">
          <ac:chgData name="Tew, James (Student)" userId="8eb5091f-d461-481e-addb-2c99d76e8d61" providerId="ADAL" clId="{360F4D64-812F-4254-80DD-0F1E9EAE66E3}" dt="2026-05-20T11:06:04.784" v="3696" actId="20577"/>
          <ac:spMkLst>
            <pc:docMk/>
            <pc:sldMk cId="2956803262" sldId="256"/>
            <ac:spMk id="3" creationId="{73BF05AD-D86E-6265-4F08-6D4B0B6C2A27}"/>
          </ac:spMkLst>
        </pc:spChg>
      </pc:sldChg>
      <pc:sldChg chg="modSp mod">
        <pc:chgData name="Tew, James (Student)" userId="8eb5091f-d461-481e-addb-2c99d76e8d61" providerId="ADAL" clId="{360F4D64-812F-4254-80DD-0F1E9EAE66E3}" dt="2026-05-12T10:15:43.443" v="504" actId="20577"/>
        <pc:sldMkLst>
          <pc:docMk/>
          <pc:sldMk cId="1397794347" sldId="257"/>
        </pc:sldMkLst>
        <pc:spChg chg="mod">
          <ac:chgData name="Tew, James (Student)" userId="8eb5091f-d461-481e-addb-2c99d76e8d61" providerId="ADAL" clId="{360F4D64-812F-4254-80DD-0F1E9EAE66E3}" dt="2026-05-12T10:15:41.388" v="503" actId="20577"/>
          <ac:spMkLst>
            <pc:docMk/>
            <pc:sldMk cId="1397794347" sldId="257"/>
            <ac:spMk id="3" creationId="{EADE043C-316A-5311-7983-1933F2D9E38B}"/>
          </ac:spMkLst>
        </pc:spChg>
        <pc:spChg chg="mod">
          <ac:chgData name="Tew, James (Student)" userId="8eb5091f-d461-481e-addb-2c99d76e8d61" providerId="ADAL" clId="{360F4D64-812F-4254-80DD-0F1E9EAE66E3}" dt="2026-05-12T10:15:43.443" v="504" actId="20577"/>
          <ac:spMkLst>
            <pc:docMk/>
            <pc:sldMk cId="1397794347" sldId="257"/>
            <ac:spMk id="5" creationId="{B3C4CAF6-7FCE-D5BC-9AE9-4FC954FF500D}"/>
          </ac:spMkLst>
        </pc:spChg>
      </pc:sldChg>
      <pc:sldChg chg="modSp mod">
        <pc:chgData name="Tew, James (Student)" userId="8eb5091f-d461-481e-addb-2c99d76e8d61" providerId="ADAL" clId="{360F4D64-812F-4254-80DD-0F1E9EAE66E3}" dt="2026-05-12T10:24:31.050" v="1587" actId="313"/>
        <pc:sldMkLst>
          <pc:docMk/>
          <pc:sldMk cId="2293154901" sldId="258"/>
        </pc:sldMkLst>
        <pc:spChg chg="mod">
          <ac:chgData name="Tew, James (Student)" userId="8eb5091f-d461-481e-addb-2c99d76e8d61" providerId="ADAL" clId="{360F4D64-812F-4254-80DD-0F1E9EAE66E3}" dt="2026-05-12T10:17:07.595" v="738" actId="20577"/>
          <ac:spMkLst>
            <pc:docMk/>
            <pc:sldMk cId="2293154901" sldId="258"/>
            <ac:spMk id="3" creationId="{D812A5EF-CF96-39D2-DEA3-4D9E54991EC3}"/>
          </ac:spMkLst>
        </pc:spChg>
        <pc:spChg chg="mod">
          <ac:chgData name="Tew, James (Student)" userId="8eb5091f-d461-481e-addb-2c99d76e8d61" providerId="ADAL" clId="{360F4D64-812F-4254-80DD-0F1E9EAE66E3}" dt="2026-05-12T10:24:31.050" v="1587" actId="313"/>
          <ac:spMkLst>
            <pc:docMk/>
            <pc:sldMk cId="2293154901" sldId="258"/>
            <ac:spMk id="5" creationId="{3AEA7D58-7DD7-4CED-FBCD-031601CA8545}"/>
          </ac:spMkLst>
        </pc:spChg>
      </pc:sldChg>
      <pc:sldChg chg="modSp mod">
        <pc:chgData name="Tew, James (Student)" userId="8eb5091f-d461-481e-addb-2c99d76e8d61" providerId="ADAL" clId="{360F4D64-812F-4254-80DD-0F1E9EAE66E3}" dt="2026-05-12T10:19:31.168" v="1150" actId="20577"/>
        <pc:sldMkLst>
          <pc:docMk/>
          <pc:sldMk cId="2554941260" sldId="259"/>
        </pc:sldMkLst>
        <pc:spChg chg="mod">
          <ac:chgData name="Tew, James (Student)" userId="8eb5091f-d461-481e-addb-2c99d76e8d61" providerId="ADAL" clId="{360F4D64-812F-4254-80DD-0F1E9EAE66E3}" dt="2026-05-12T10:19:31.168" v="1150" actId="20577"/>
          <ac:spMkLst>
            <pc:docMk/>
            <pc:sldMk cId="2554941260" sldId="259"/>
            <ac:spMk id="3" creationId="{5D89918F-D961-0BE4-03AA-8FC4A917F52F}"/>
          </ac:spMkLst>
        </pc:spChg>
      </pc:sldChg>
      <pc:sldChg chg="modSp mod">
        <pc:chgData name="Tew, James (Student)" userId="8eb5091f-d461-481e-addb-2c99d76e8d61" providerId="ADAL" clId="{360F4D64-812F-4254-80DD-0F1E9EAE66E3}" dt="2026-05-12T10:25:24.772" v="1615" actId="20577"/>
        <pc:sldMkLst>
          <pc:docMk/>
          <pc:sldMk cId="620038562" sldId="260"/>
        </pc:sldMkLst>
        <pc:spChg chg="mod">
          <ac:chgData name="Tew, James (Student)" userId="8eb5091f-d461-481e-addb-2c99d76e8d61" providerId="ADAL" clId="{360F4D64-812F-4254-80DD-0F1E9EAE66E3}" dt="2026-05-12T10:20:02.048" v="1225" actId="20577"/>
          <ac:spMkLst>
            <pc:docMk/>
            <pc:sldMk cId="620038562" sldId="260"/>
            <ac:spMk id="3" creationId="{62C61637-769E-93EA-1497-D0D94B8A559C}"/>
          </ac:spMkLst>
        </pc:spChg>
        <pc:spChg chg="mod">
          <ac:chgData name="Tew, James (Student)" userId="8eb5091f-d461-481e-addb-2c99d76e8d61" providerId="ADAL" clId="{360F4D64-812F-4254-80DD-0F1E9EAE66E3}" dt="2026-05-12T10:25:24.772" v="1615" actId="20577"/>
          <ac:spMkLst>
            <pc:docMk/>
            <pc:sldMk cId="620038562" sldId="260"/>
            <ac:spMk id="4" creationId="{4EF18780-9F8F-846A-5F2A-9021B8591DE3}"/>
          </ac:spMkLst>
        </pc:spChg>
      </pc:sldChg>
      <pc:sldChg chg="modSp mod">
        <pc:chgData name="Tew, James (Student)" userId="8eb5091f-d461-481e-addb-2c99d76e8d61" providerId="ADAL" clId="{360F4D64-812F-4254-80DD-0F1E9EAE66E3}" dt="2026-05-12T10:23:11.900" v="1435" actId="20577"/>
        <pc:sldMkLst>
          <pc:docMk/>
          <pc:sldMk cId="2035227367" sldId="261"/>
        </pc:sldMkLst>
        <pc:spChg chg="mod">
          <ac:chgData name="Tew, James (Student)" userId="8eb5091f-d461-481e-addb-2c99d76e8d61" providerId="ADAL" clId="{360F4D64-812F-4254-80DD-0F1E9EAE66E3}" dt="2026-05-12T10:23:11.900" v="1435" actId="20577"/>
          <ac:spMkLst>
            <pc:docMk/>
            <pc:sldMk cId="2035227367" sldId="261"/>
            <ac:spMk id="3" creationId="{26A85D4F-9837-F92F-C87F-BFC03BEA432D}"/>
          </ac:spMkLst>
        </pc:spChg>
      </pc:sldChg>
      <pc:sldChg chg="modSp mod">
        <pc:chgData name="Tew, James (Student)" userId="8eb5091f-d461-481e-addb-2c99d76e8d61" providerId="ADAL" clId="{360F4D64-812F-4254-80DD-0F1E9EAE66E3}" dt="2026-05-12T10:24:00.360" v="1586" actId="20577"/>
        <pc:sldMkLst>
          <pc:docMk/>
          <pc:sldMk cId="3173774902" sldId="262"/>
        </pc:sldMkLst>
        <pc:spChg chg="mod">
          <ac:chgData name="Tew, James (Student)" userId="8eb5091f-d461-481e-addb-2c99d76e8d61" providerId="ADAL" clId="{360F4D64-812F-4254-80DD-0F1E9EAE66E3}" dt="2026-05-12T10:24:00.360" v="1586" actId="20577"/>
          <ac:spMkLst>
            <pc:docMk/>
            <pc:sldMk cId="3173774902" sldId="262"/>
            <ac:spMk id="3" creationId="{527E185C-A207-38EF-5447-BA54C059325A}"/>
          </ac:spMkLst>
        </pc:spChg>
      </pc:sldChg>
      <pc:sldChg chg="addSp delSp modSp new mod">
        <pc:chgData name="Tew, James (Student)" userId="8eb5091f-d461-481e-addb-2c99d76e8d61" providerId="ADAL" clId="{360F4D64-812F-4254-80DD-0F1E9EAE66E3}" dt="2026-05-20T10:31:58.678" v="1625" actId="1076"/>
        <pc:sldMkLst>
          <pc:docMk/>
          <pc:sldMk cId="2190347773" sldId="263"/>
        </pc:sldMkLst>
        <pc:spChg chg="del">
          <ac:chgData name="Tew, James (Student)" userId="8eb5091f-d461-481e-addb-2c99d76e8d61" providerId="ADAL" clId="{360F4D64-812F-4254-80DD-0F1E9EAE66E3}" dt="2026-05-20T10:31:41.457" v="1619" actId="21"/>
          <ac:spMkLst>
            <pc:docMk/>
            <pc:sldMk cId="2190347773" sldId="263"/>
            <ac:spMk id="2" creationId="{4494D5BC-38D3-DC2A-2983-3F945B3B06A4}"/>
          </ac:spMkLst>
        </pc:spChg>
        <pc:spChg chg="del">
          <ac:chgData name="Tew, James (Student)" userId="8eb5091f-d461-481e-addb-2c99d76e8d61" providerId="ADAL" clId="{360F4D64-812F-4254-80DD-0F1E9EAE66E3}" dt="2026-05-20T10:31:35.669" v="1618"/>
          <ac:spMkLst>
            <pc:docMk/>
            <pc:sldMk cId="2190347773" sldId="263"/>
            <ac:spMk id="3" creationId="{EBA52805-6459-9CB0-42BB-16D79F89B1BE}"/>
          </ac:spMkLst>
        </pc:spChg>
        <pc:picChg chg="add mod ord">
          <ac:chgData name="Tew, James (Student)" userId="8eb5091f-d461-481e-addb-2c99d76e8d61" providerId="ADAL" clId="{360F4D64-812F-4254-80DD-0F1E9EAE66E3}" dt="2026-05-20T10:31:58.678" v="1625" actId="1076"/>
          <ac:picMkLst>
            <pc:docMk/>
            <pc:sldMk cId="2190347773" sldId="263"/>
            <ac:picMk id="5" creationId="{BF97B706-7CE0-1C5D-B364-9C93D8AC9A4D}"/>
          </ac:picMkLst>
        </pc:picChg>
      </pc:sldChg>
      <pc:sldChg chg="addSp delSp modSp new mod setBg">
        <pc:chgData name="Tew, James (Student)" userId="8eb5091f-d461-481e-addb-2c99d76e8d61" providerId="ADAL" clId="{360F4D64-812F-4254-80DD-0F1E9EAE66E3}" dt="2026-05-20T10:44:33.351" v="2290" actId="20577"/>
        <pc:sldMkLst>
          <pc:docMk/>
          <pc:sldMk cId="2724967154" sldId="264"/>
        </pc:sldMkLst>
        <pc:spChg chg="mod">
          <ac:chgData name="Tew, James (Student)" userId="8eb5091f-d461-481e-addb-2c99d76e8d61" providerId="ADAL" clId="{360F4D64-812F-4254-80DD-0F1E9EAE66E3}" dt="2026-05-20T10:43:07.057" v="2253" actId="26606"/>
          <ac:spMkLst>
            <pc:docMk/>
            <pc:sldMk cId="2724967154" sldId="264"/>
            <ac:spMk id="2" creationId="{2524B577-5C9F-9406-A857-67623D3AE1D9}"/>
          </ac:spMkLst>
        </pc:spChg>
        <pc:spChg chg="del mod">
          <ac:chgData name="Tew, James (Student)" userId="8eb5091f-d461-481e-addb-2c99d76e8d61" providerId="ADAL" clId="{360F4D64-812F-4254-80DD-0F1E9EAE66E3}" dt="2026-05-20T10:43:07.057" v="2253" actId="26606"/>
          <ac:spMkLst>
            <pc:docMk/>
            <pc:sldMk cId="2724967154" sldId="264"/>
            <ac:spMk id="3" creationId="{86F26FD2-6322-2ABA-3DE3-1F75950D207E}"/>
          </ac:spMkLst>
        </pc:spChg>
        <pc:spChg chg="add del mod">
          <ac:chgData name="Tew, James (Student)" userId="8eb5091f-d461-481e-addb-2c99d76e8d61" providerId="ADAL" clId="{360F4D64-812F-4254-80DD-0F1E9EAE66E3}" dt="2026-05-20T10:40:44.368" v="1799" actId="21"/>
          <ac:spMkLst>
            <pc:docMk/>
            <pc:sldMk cId="2724967154" sldId="264"/>
            <ac:spMk id="4" creationId="{85DE54BE-D3FE-CEB0-70EF-92D570BF3CE3}"/>
          </ac:spMkLst>
        </pc:spChg>
        <pc:spChg chg="add del mod">
          <ac:chgData name="Tew, James (Student)" userId="8eb5091f-d461-481e-addb-2c99d76e8d61" providerId="ADAL" clId="{360F4D64-812F-4254-80DD-0F1E9EAE66E3}" dt="2026-05-20T10:40:39.814" v="1797" actId="478"/>
          <ac:spMkLst>
            <pc:docMk/>
            <pc:sldMk cId="2724967154" sldId="264"/>
            <ac:spMk id="5" creationId="{A0D19567-F1E3-94B1-3708-C4370BCF7DF8}"/>
          </ac:spMkLst>
        </pc:spChg>
        <pc:spChg chg="add del mod">
          <ac:chgData name="Tew, James (Student)" userId="8eb5091f-d461-481e-addb-2c99d76e8d61" providerId="ADAL" clId="{360F4D64-812F-4254-80DD-0F1E9EAE66E3}" dt="2026-05-20T10:40:18.571" v="1731" actId="478"/>
          <ac:spMkLst>
            <pc:docMk/>
            <pc:sldMk cId="2724967154" sldId="264"/>
            <ac:spMk id="6" creationId="{0093DF29-B291-BCA6-BC8C-C2678E7DD319}"/>
          </ac:spMkLst>
        </pc:spChg>
        <pc:spChg chg="add">
          <ac:chgData name="Tew, James (Student)" userId="8eb5091f-d461-481e-addb-2c99d76e8d61" providerId="ADAL" clId="{360F4D64-812F-4254-80DD-0F1E9EAE66E3}" dt="2026-05-20T10:43:07.057" v="2253" actId="26606"/>
          <ac:spMkLst>
            <pc:docMk/>
            <pc:sldMk cId="2724967154" sldId="264"/>
            <ac:spMk id="9" creationId="{6D1A2CED-DA9B-4CCF-8215-CFC65FE71603}"/>
          </ac:spMkLst>
        </pc:spChg>
        <pc:spChg chg="add">
          <ac:chgData name="Tew, James (Student)" userId="8eb5091f-d461-481e-addb-2c99d76e8d61" providerId="ADAL" clId="{360F4D64-812F-4254-80DD-0F1E9EAE66E3}" dt="2026-05-20T10:43:07.057" v="2253" actId="26606"/>
          <ac:spMkLst>
            <pc:docMk/>
            <pc:sldMk cId="2724967154" sldId="264"/>
            <ac:spMk id="11" creationId="{562DFC44-A40C-4573-9230-B3EDB3EC8EEB}"/>
          </ac:spMkLst>
        </pc:spChg>
        <pc:spChg chg="add">
          <ac:chgData name="Tew, James (Student)" userId="8eb5091f-d461-481e-addb-2c99d76e8d61" providerId="ADAL" clId="{360F4D64-812F-4254-80DD-0F1E9EAE66E3}" dt="2026-05-20T10:43:07.057" v="2253" actId="26606"/>
          <ac:spMkLst>
            <pc:docMk/>
            <pc:sldMk cId="2724967154" sldId="264"/>
            <ac:spMk id="13" creationId="{15589D35-CF9F-4DE9-A792-8571A09E9BC9}"/>
          </ac:spMkLst>
        </pc:spChg>
        <pc:graphicFrameChg chg="add mod modGraphic">
          <ac:chgData name="Tew, James (Student)" userId="8eb5091f-d461-481e-addb-2c99d76e8d61" providerId="ADAL" clId="{360F4D64-812F-4254-80DD-0F1E9EAE66E3}" dt="2026-05-20T10:44:33.351" v="2290" actId="20577"/>
          <ac:graphicFrameMkLst>
            <pc:docMk/>
            <pc:sldMk cId="2724967154" sldId="264"/>
            <ac:graphicFrameMk id="7" creationId="{BAD8A47F-6032-70E0-CE3A-C4686C64F9AD}"/>
          </ac:graphicFrameMkLst>
        </pc:graphicFrameChg>
      </pc:sldChg>
      <pc:sldChg chg="addSp delSp modSp new mod setBg">
        <pc:chgData name="Tew, James (Student)" userId="8eb5091f-d461-481e-addb-2c99d76e8d61" providerId="ADAL" clId="{360F4D64-812F-4254-80DD-0F1E9EAE66E3}" dt="2026-05-20T10:58:25.550" v="2873" actId="26606"/>
        <pc:sldMkLst>
          <pc:docMk/>
          <pc:sldMk cId="1158432630" sldId="265"/>
        </pc:sldMkLst>
        <pc:spChg chg="mod">
          <ac:chgData name="Tew, James (Student)" userId="8eb5091f-d461-481e-addb-2c99d76e8d61" providerId="ADAL" clId="{360F4D64-812F-4254-80DD-0F1E9EAE66E3}" dt="2026-05-20T10:58:25.550" v="2873" actId="26606"/>
          <ac:spMkLst>
            <pc:docMk/>
            <pc:sldMk cId="1158432630" sldId="265"/>
            <ac:spMk id="2" creationId="{B53FB683-D49C-4302-E3DA-EF6F6388548E}"/>
          </ac:spMkLst>
        </pc:spChg>
        <pc:spChg chg="mod">
          <ac:chgData name="Tew, James (Student)" userId="8eb5091f-d461-481e-addb-2c99d76e8d61" providerId="ADAL" clId="{360F4D64-812F-4254-80DD-0F1E9EAE66E3}" dt="2026-05-20T10:58:25.550" v="2873" actId="26606"/>
          <ac:spMkLst>
            <pc:docMk/>
            <pc:sldMk cId="1158432630" sldId="265"/>
            <ac:spMk id="3" creationId="{A3A622E8-92E0-4BFF-F44E-6378102F7A87}"/>
          </ac:spMkLst>
        </pc:spChg>
        <pc:spChg chg="add del mod">
          <ac:chgData name="Tew, James (Student)" userId="8eb5091f-d461-481e-addb-2c99d76e8d61" providerId="ADAL" clId="{360F4D64-812F-4254-80DD-0F1E9EAE66E3}" dt="2026-05-20T10:47:54.335" v="2751"/>
          <ac:spMkLst>
            <pc:docMk/>
            <pc:sldMk cId="1158432630" sldId="265"/>
            <ac:spMk id="4" creationId="{BFCAA3BE-F3B1-3AE5-9270-BAB629D77E1E}"/>
          </ac:spMkLst>
        </pc:spChg>
        <pc:spChg chg="add del">
          <ac:chgData name="Tew, James (Student)" userId="8eb5091f-d461-481e-addb-2c99d76e8d61" providerId="ADAL" clId="{360F4D64-812F-4254-80DD-0F1E9EAE66E3}" dt="2026-05-20T10:48:01.770" v="2755" actId="478"/>
          <ac:spMkLst>
            <pc:docMk/>
            <pc:sldMk cId="1158432630" sldId="265"/>
            <ac:spMk id="5" creationId="{016CE763-73CC-BA7A-E027-2A19A0E5D542}"/>
          </ac:spMkLst>
        </pc:spChg>
        <pc:spChg chg="add del mod">
          <ac:chgData name="Tew, James (Student)" userId="8eb5091f-d461-481e-addb-2c99d76e8d61" providerId="ADAL" clId="{360F4D64-812F-4254-80DD-0F1E9EAE66E3}" dt="2026-05-20T10:48:11.662" v="2757" actId="21"/>
          <ac:spMkLst>
            <pc:docMk/>
            <pc:sldMk cId="1158432630" sldId="265"/>
            <ac:spMk id="6" creationId="{B2014DB8-18AC-68CD-B8FF-797F85E47D72}"/>
          </ac:spMkLst>
        </pc:spChg>
        <pc:spChg chg="add del">
          <ac:chgData name="Tew, James (Student)" userId="8eb5091f-d461-481e-addb-2c99d76e8d61" providerId="ADAL" clId="{360F4D64-812F-4254-80DD-0F1E9EAE66E3}" dt="2026-05-20T10:51:58.760" v="2862" actId="26606"/>
          <ac:spMkLst>
            <pc:docMk/>
            <pc:sldMk cId="1158432630" sldId="265"/>
            <ac:spMk id="12" creationId="{90D01200-0224-43C5-AB38-FB4D16B73FB7}"/>
          </ac:spMkLst>
        </pc:spChg>
        <pc:spChg chg="add del">
          <ac:chgData name="Tew, James (Student)" userId="8eb5091f-d461-481e-addb-2c99d76e8d61" providerId="ADAL" clId="{360F4D64-812F-4254-80DD-0F1E9EAE66E3}" dt="2026-05-20T10:51:58.760" v="2862" actId="26606"/>
          <ac:spMkLst>
            <pc:docMk/>
            <pc:sldMk cId="1158432630" sldId="265"/>
            <ac:spMk id="14" creationId="{728A44A4-A002-4A88-9FC9-1D0566C97A47}"/>
          </ac:spMkLst>
        </pc:spChg>
        <pc:spChg chg="add del">
          <ac:chgData name="Tew, James (Student)" userId="8eb5091f-d461-481e-addb-2c99d76e8d61" providerId="ADAL" clId="{360F4D64-812F-4254-80DD-0F1E9EAE66E3}" dt="2026-05-20T10:51:58.760" v="2862" actId="26606"/>
          <ac:spMkLst>
            <pc:docMk/>
            <pc:sldMk cId="1158432630" sldId="265"/>
            <ac:spMk id="16" creationId="{3E7D5C7B-DD16-401B-85CE-4AAA2A4F5136}"/>
          </ac:spMkLst>
        </pc:spChg>
        <pc:spChg chg="add del">
          <ac:chgData name="Tew, James (Student)" userId="8eb5091f-d461-481e-addb-2c99d76e8d61" providerId="ADAL" clId="{360F4D64-812F-4254-80DD-0F1E9EAE66E3}" dt="2026-05-20T10:58:25.550" v="2873" actId="26606"/>
          <ac:spMkLst>
            <pc:docMk/>
            <pc:sldMk cId="1158432630" sldId="265"/>
            <ac:spMk id="18" creationId="{7FF47CB7-972F-479F-A36D-9E72D26EC8DA}"/>
          </ac:spMkLst>
        </pc:spChg>
        <pc:spChg chg="add del">
          <ac:chgData name="Tew, James (Student)" userId="8eb5091f-d461-481e-addb-2c99d76e8d61" providerId="ADAL" clId="{360F4D64-812F-4254-80DD-0F1E9EAE66E3}" dt="2026-05-20T10:58:25.550" v="2873" actId="26606"/>
          <ac:spMkLst>
            <pc:docMk/>
            <pc:sldMk cId="1158432630" sldId="265"/>
            <ac:spMk id="19" creationId="{0D153B68-5844-490D-8E67-F616D6D721CA}"/>
          </ac:spMkLst>
        </pc:spChg>
        <pc:spChg chg="add del">
          <ac:chgData name="Tew, James (Student)" userId="8eb5091f-d461-481e-addb-2c99d76e8d61" providerId="ADAL" clId="{360F4D64-812F-4254-80DD-0F1E9EAE66E3}" dt="2026-05-20T10:58:25.550" v="2873" actId="26606"/>
          <ac:spMkLst>
            <pc:docMk/>
            <pc:sldMk cId="1158432630" sldId="265"/>
            <ac:spMk id="20" creationId="{9A0D773F-7A7D-4DBB-9DEA-86BB8B8F4BC8}"/>
          </ac:spMkLst>
        </pc:spChg>
        <pc:spChg chg="add">
          <ac:chgData name="Tew, James (Student)" userId="8eb5091f-d461-481e-addb-2c99d76e8d61" providerId="ADAL" clId="{360F4D64-812F-4254-80DD-0F1E9EAE66E3}" dt="2026-05-20T10:58:25.550" v="2873" actId="26606"/>
          <ac:spMkLst>
            <pc:docMk/>
            <pc:sldMk cId="1158432630" sldId="265"/>
            <ac:spMk id="25" creationId="{2B97F24A-32CE-4C1C-A50D-3016B394DCFB}"/>
          </ac:spMkLst>
        </pc:spChg>
        <pc:spChg chg="add">
          <ac:chgData name="Tew, James (Student)" userId="8eb5091f-d461-481e-addb-2c99d76e8d61" providerId="ADAL" clId="{360F4D64-812F-4254-80DD-0F1E9EAE66E3}" dt="2026-05-20T10:58:25.550" v="2873" actId="26606"/>
          <ac:spMkLst>
            <pc:docMk/>
            <pc:sldMk cId="1158432630" sldId="265"/>
            <ac:spMk id="27" creationId="{CD8B4F24-440B-49E9-B85D-733523DC064B}"/>
          </ac:spMkLst>
        </pc:spChg>
        <pc:graphicFrameChg chg="add del mod modGraphic">
          <ac:chgData name="Tew, James (Student)" userId="8eb5091f-d461-481e-addb-2c99d76e8d61" providerId="ADAL" clId="{360F4D64-812F-4254-80DD-0F1E9EAE66E3}" dt="2026-05-20T10:57:24.346" v="2865" actId="21"/>
          <ac:graphicFrameMkLst>
            <pc:docMk/>
            <pc:sldMk cId="1158432630" sldId="265"/>
            <ac:graphicFrameMk id="7" creationId="{9030E89B-02B7-477F-2BC0-1092120E7CE2}"/>
          </ac:graphicFrameMkLst>
        </pc:graphicFrameChg>
        <pc:graphicFrameChg chg="add del mod">
          <ac:chgData name="Tew, James (Student)" userId="8eb5091f-d461-481e-addb-2c99d76e8d61" providerId="ADAL" clId="{360F4D64-812F-4254-80DD-0F1E9EAE66E3}" dt="2026-05-20T10:57:27.218" v="2867" actId="478"/>
          <ac:graphicFrameMkLst>
            <pc:docMk/>
            <pc:sldMk cId="1158432630" sldId="265"/>
            <ac:graphicFrameMk id="8" creationId="{9030E89B-02B7-477F-2BC0-1092120E7CE2}"/>
          </ac:graphicFrameMkLst>
        </pc:graphicFrameChg>
        <pc:picChg chg="add mod">
          <ac:chgData name="Tew, James (Student)" userId="8eb5091f-d461-481e-addb-2c99d76e8d61" providerId="ADAL" clId="{360F4D64-812F-4254-80DD-0F1E9EAE66E3}" dt="2026-05-20T10:58:25.550" v="2873" actId="26606"/>
          <ac:picMkLst>
            <pc:docMk/>
            <pc:sldMk cId="1158432630" sldId="265"/>
            <ac:picMk id="10" creationId="{CE5EDDC3-1220-6728-1CEC-2F0BA5F47AD7}"/>
          </ac:picMkLst>
        </pc:picChg>
      </pc:sldChg>
      <pc:sldChg chg="addSp modSp new mod setBg">
        <pc:chgData name="Tew, James (Student)" userId="8eb5091f-d461-481e-addb-2c99d76e8d61" providerId="ADAL" clId="{360F4D64-812F-4254-80DD-0F1E9EAE66E3}" dt="2026-05-20T11:05:00.191" v="3675" actId="12"/>
        <pc:sldMkLst>
          <pc:docMk/>
          <pc:sldMk cId="2416772169" sldId="266"/>
        </pc:sldMkLst>
        <pc:spChg chg="mod">
          <ac:chgData name="Tew, James (Student)" userId="8eb5091f-d461-481e-addb-2c99d76e8d61" providerId="ADAL" clId="{360F4D64-812F-4254-80DD-0F1E9EAE66E3}" dt="2026-05-20T11:00:36.525" v="2904" actId="20577"/>
          <ac:spMkLst>
            <pc:docMk/>
            <pc:sldMk cId="2416772169" sldId="266"/>
            <ac:spMk id="2" creationId="{9C48615A-66A8-5071-8D90-8246FF9BD6DC}"/>
          </ac:spMkLst>
        </pc:spChg>
        <pc:spChg chg="mod">
          <ac:chgData name="Tew, James (Student)" userId="8eb5091f-d461-481e-addb-2c99d76e8d61" providerId="ADAL" clId="{360F4D64-812F-4254-80DD-0F1E9EAE66E3}" dt="2026-05-20T11:05:00.191" v="3675" actId="12"/>
          <ac:spMkLst>
            <pc:docMk/>
            <pc:sldMk cId="2416772169" sldId="266"/>
            <ac:spMk id="3" creationId="{FA9A66CD-9BE3-DE94-0B3D-9A7C5A0E0209}"/>
          </ac:spMkLst>
        </pc:spChg>
        <pc:spChg chg="add">
          <ac:chgData name="Tew, James (Student)" userId="8eb5091f-d461-481e-addb-2c99d76e8d61" providerId="ADAL" clId="{360F4D64-812F-4254-80DD-0F1E9EAE66E3}" dt="2026-05-20T11:00:26.657" v="2876" actId="26606"/>
          <ac:spMkLst>
            <pc:docMk/>
            <pc:sldMk cId="2416772169" sldId="266"/>
            <ac:spMk id="9" creationId="{131BAD53-4E89-4F62-BBB7-26359763ED39}"/>
          </ac:spMkLst>
        </pc:spChg>
        <pc:spChg chg="add">
          <ac:chgData name="Tew, James (Student)" userId="8eb5091f-d461-481e-addb-2c99d76e8d61" providerId="ADAL" clId="{360F4D64-812F-4254-80DD-0F1E9EAE66E3}" dt="2026-05-20T11:00:26.657" v="2876" actId="26606"/>
          <ac:spMkLst>
            <pc:docMk/>
            <pc:sldMk cId="2416772169" sldId="266"/>
            <ac:spMk id="11" creationId="{62756DA2-40EB-4C6F-B962-5822FFB54FB6}"/>
          </ac:spMkLst>
        </pc:spChg>
        <pc:picChg chg="add mod">
          <ac:chgData name="Tew, James (Student)" userId="8eb5091f-d461-481e-addb-2c99d76e8d61" providerId="ADAL" clId="{360F4D64-812F-4254-80DD-0F1E9EAE66E3}" dt="2026-05-20T11:00:26.657" v="2876" actId="26606"/>
          <ac:picMkLst>
            <pc:docMk/>
            <pc:sldMk cId="2416772169" sldId="266"/>
            <ac:picMk id="4" creationId="{CA0D0C1C-AB4B-0450-3931-20F937CC88FA}"/>
          </ac:picMkLst>
        </pc:picChg>
      </pc:sldChg>
      <pc:sldChg chg="addSp delSp modSp new mod ord">
        <pc:chgData name="Tew, James (Student)" userId="8eb5091f-d461-481e-addb-2c99d76e8d61" providerId="ADAL" clId="{360F4D64-812F-4254-80DD-0F1E9EAE66E3}" dt="2026-05-20T11:05:49.518" v="3677"/>
        <pc:sldMkLst>
          <pc:docMk/>
          <pc:sldMk cId="1554884918" sldId="267"/>
        </pc:sldMkLst>
        <pc:spChg chg="mod">
          <ac:chgData name="Tew, James (Student)" userId="8eb5091f-d461-481e-addb-2c99d76e8d61" providerId="ADAL" clId="{360F4D64-812F-4254-80DD-0F1E9EAE66E3}" dt="2026-05-20T11:02:05.544" v="3164" actId="20577"/>
          <ac:spMkLst>
            <pc:docMk/>
            <pc:sldMk cId="1554884918" sldId="267"/>
            <ac:spMk id="2" creationId="{D8300A94-2FB6-4CDD-6AFB-9FD6317CAF88}"/>
          </ac:spMkLst>
        </pc:spChg>
        <pc:spChg chg="del mod">
          <ac:chgData name="Tew, James (Student)" userId="8eb5091f-d461-481e-addb-2c99d76e8d61" providerId="ADAL" clId="{360F4D64-812F-4254-80DD-0F1E9EAE66E3}" dt="2026-05-20T11:04:20.089" v="3673" actId="26606"/>
          <ac:spMkLst>
            <pc:docMk/>
            <pc:sldMk cId="1554884918" sldId="267"/>
            <ac:spMk id="3" creationId="{80D67876-8820-DF62-DDFB-6DB41D0DD8D7}"/>
          </ac:spMkLst>
        </pc:spChg>
        <pc:graphicFrameChg chg="add mod">
          <ac:chgData name="Tew, James (Student)" userId="8eb5091f-d461-481e-addb-2c99d76e8d61" providerId="ADAL" clId="{360F4D64-812F-4254-80DD-0F1E9EAE66E3}" dt="2026-05-20T11:05:49.518" v="3677"/>
          <ac:graphicFrameMkLst>
            <pc:docMk/>
            <pc:sldMk cId="1554884918" sldId="267"/>
            <ac:graphicFrameMk id="5" creationId="{5FA3D23D-7615-A716-FF3B-47D4F8ED656D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7D3EA1-F62B-4E4F-AD59-29E0A1166DE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D2AFBD9-9B1D-4ACC-920A-C2926E9580CE}">
      <dgm:prSet/>
      <dgm:spPr/>
      <dgm:t>
        <a:bodyPr/>
        <a:lstStyle/>
        <a:p>
          <a:r>
            <a:rPr lang="en-GB"/>
            <a:t>Live Dynamic Flight map – Real time aircraft positionson an interavctive Gmap interface refreshed every 10 seconds with Opensky REST API</a:t>
          </a:r>
          <a:endParaRPr lang="en-US"/>
        </a:p>
      </dgm:t>
    </dgm:pt>
    <dgm:pt modelId="{4F0BB85D-F204-407B-B8A8-DD038540A400}" type="parTrans" cxnId="{CA31D499-47DA-4BD7-AD0C-ADAED5FDDA43}">
      <dgm:prSet/>
      <dgm:spPr/>
      <dgm:t>
        <a:bodyPr/>
        <a:lstStyle/>
        <a:p>
          <a:endParaRPr lang="en-US"/>
        </a:p>
      </dgm:t>
    </dgm:pt>
    <dgm:pt modelId="{E4B7BD29-B3FB-4B34-9AEC-A65B7E23C3A6}" type="sibTrans" cxnId="{CA31D499-47DA-4BD7-AD0C-ADAED5FDDA43}">
      <dgm:prSet/>
      <dgm:spPr/>
      <dgm:t>
        <a:bodyPr/>
        <a:lstStyle/>
        <a:p>
          <a:endParaRPr lang="en-US"/>
        </a:p>
      </dgm:t>
    </dgm:pt>
    <dgm:pt modelId="{0827B350-94AA-486F-8A7C-C36903BB0F26}">
      <dgm:prSet/>
      <dgm:spPr/>
      <dgm:t>
        <a:bodyPr/>
        <a:lstStyle/>
        <a:p>
          <a:r>
            <a:rPr lang="en-GB"/>
            <a:t>Flight paths – Historical trajectoey of each selected flight drawn on the map using an Opensky endpoint</a:t>
          </a:r>
          <a:endParaRPr lang="en-US"/>
        </a:p>
      </dgm:t>
    </dgm:pt>
    <dgm:pt modelId="{842D4811-590F-49FD-B95B-504D37C7DAB8}" type="parTrans" cxnId="{DF400736-C327-4768-978A-88D0129E6000}">
      <dgm:prSet/>
      <dgm:spPr/>
      <dgm:t>
        <a:bodyPr/>
        <a:lstStyle/>
        <a:p>
          <a:endParaRPr lang="en-US"/>
        </a:p>
      </dgm:t>
    </dgm:pt>
    <dgm:pt modelId="{352DD59A-E8CA-43B2-AEAE-F1FA96B284A7}" type="sibTrans" cxnId="{DF400736-C327-4768-978A-88D0129E6000}">
      <dgm:prSet/>
      <dgm:spPr/>
      <dgm:t>
        <a:bodyPr/>
        <a:lstStyle/>
        <a:p>
          <a:endParaRPr lang="en-US"/>
        </a:p>
      </dgm:t>
    </dgm:pt>
    <dgm:pt modelId="{CDCA23FC-0593-4993-AD06-5756129C5B56}">
      <dgm:prSet/>
      <dgm:spPr/>
      <dgm:t>
        <a:bodyPr/>
        <a:lstStyle/>
        <a:p>
          <a:r>
            <a:rPr lang="en-GB" dirty="0"/>
            <a:t>Airport Data – Return arrivals and departures for specific airports in the last 24 hours</a:t>
          </a:r>
          <a:endParaRPr lang="en-US" dirty="0"/>
        </a:p>
      </dgm:t>
    </dgm:pt>
    <dgm:pt modelId="{4F9EA976-4F04-4194-8CE0-43AD3BDF751E}" type="parTrans" cxnId="{E1F57D4B-F49E-45BE-AB8F-25DE9EF97EF8}">
      <dgm:prSet/>
      <dgm:spPr/>
      <dgm:t>
        <a:bodyPr/>
        <a:lstStyle/>
        <a:p>
          <a:endParaRPr lang="en-US"/>
        </a:p>
      </dgm:t>
    </dgm:pt>
    <dgm:pt modelId="{337859B4-677E-4AC5-9EAC-003B8CC133F4}" type="sibTrans" cxnId="{E1F57D4B-F49E-45BE-AB8F-25DE9EF97EF8}">
      <dgm:prSet/>
      <dgm:spPr/>
      <dgm:t>
        <a:bodyPr/>
        <a:lstStyle/>
        <a:p>
          <a:endParaRPr lang="en-US"/>
        </a:p>
      </dgm:t>
    </dgm:pt>
    <dgm:pt modelId="{B92E0530-E83E-4745-B9D9-6D7A227F4E05}">
      <dgm:prSet/>
      <dgm:spPr/>
      <dgm:t>
        <a:bodyPr/>
        <a:lstStyle/>
        <a:p>
          <a:r>
            <a:rPr lang="en-GB" dirty="0"/>
            <a:t>Fuel Consumption metrics – Instantaneous fuel burn in kg/sec for each flight using EASA engine fuel coefficients mapped by each aircrafts ICAO24 identifier</a:t>
          </a:r>
          <a:endParaRPr lang="en-US" dirty="0"/>
        </a:p>
      </dgm:t>
    </dgm:pt>
    <dgm:pt modelId="{283DF9AA-84A9-42D2-9741-D9BAEBB4335B}" type="sibTrans" cxnId="{19746805-89AD-46B7-B0FF-4ADF6AC67B31}">
      <dgm:prSet/>
      <dgm:spPr/>
      <dgm:t>
        <a:bodyPr/>
        <a:lstStyle/>
        <a:p>
          <a:endParaRPr lang="en-US"/>
        </a:p>
      </dgm:t>
    </dgm:pt>
    <dgm:pt modelId="{0BDF4792-E270-4350-8E91-FCE94F1F1DF0}" type="parTrans" cxnId="{19746805-89AD-46B7-B0FF-4ADF6AC67B31}">
      <dgm:prSet/>
      <dgm:spPr/>
      <dgm:t>
        <a:bodyPr/>
        <a:lstStyle/>
        <a:p>
          <a:endParaRPr lang="en-US"/>
        </a:p>
      </dgm:t>
    </dgm:pt>
    <dgm:pt modelId="{4B099A66-C013-42B4-AD04-D13AA7DBFFF1}" type="pres">
      <dgm:prSet presAssocID="{507D3EA1-F62B-4E4F-AD59-29E0A1166DE6}" presName="root" presStyleCnt="0">
        <dgm:presLayoutVars>
          <dgm:dir/>
          <dgm:resizeHandles val="exact"/>
        </dgm:presLayoutVars>
      </dgm:prSet>
      <dgm:spPr/>
    </dgm:pt>
    <dgm:pt modelId="{BF3376CF-8BF2-47A1-AD73-F74305C6A737}" type="pres">
      <dgm:prSet presAssocID="{2D2AFBD9-9B1D-4ACC-920A-C2926E9580CE}" presName="compNode" presStyleCnt="0"/>
      <dgm:spPr/>
    </dgm:pt>
    <dgm:pt modelId="{0D93D617-F62C-4471-B5A1-2DA94D9B0711}" type="pres">
      <dgm:prSet presAssocID="{2D2AFBD9-9B1D-4ACC-920A-C2926E9580C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5D08907B-911C-4CC6-9E90-E2749332CBDA}" type="pres">
      <dgm:prSet presAssocID="{2D2AFBD9-9B1D-4ACC-920A-C2926E9580CE}" presName="spaceRect" presStyleCnt="0"/>
      <dgm:spPr/>
    </dgm:pt>
    <dgm:pt modelId="{23BBFDAA-6A30-4A52-AC00-782D9C8AC216}" type="pres">
      <dgm:prSet presAssocID="{2D2AFBD9-9B1D-4ACC-920A-C2926E9580CE}" presName="textRect" presStyleLbl="revTx" presStyleIdx="0" presStyleCnt="4">
        <dgm:presLayoutVars>
          <dgm:chMax val="1"/>
          <dgm:chPref val="1"/>
        </dgm:presLayoutVars>
      </dgm:prSet>
      <dgm:spPr/>
    </dgm:pt>
    <dgm:pt modelId="{67D6436F-7275-4FD6-8BE2-34BBB09F408D}" type="pres">
      <dgm:prSet presAssocID="{E4B7BD29-B3FB-4B34-9AEC-A65B7E23C3A6}" presName="sibTrans" presStyleCnt="0"/>
      <dgm:spPr/>
    </dgm:pt>
    <dgm:pt modelId="{129EF93C-7CBF-41B0-B2E8-27C46834AD38}" type="pres">
      <dgm:prSet presAssocID="{B92E0530-E83E-4745-B9D9-6D7A227F4E05}" presName="compNode" presStyleCnt="0"/>
      <dgm:spPr/>
    </dgm:pt>
    <dgm:pt modelId="{41AC88F6-EAAA-4D4C-B909-821AC463A18C}" type="pres">
      <dgm:prSet presAssocID="{B92E0530-E83E-4745-B9D9-6D7A227F4E0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8E13C1EB-120B-4253-B22B-04681E51CE8C}" type="pres">
      <dgm:prSet presAssocID="{B92E0530-E83E-4745-B9D9-6D7A227F4E05}" presName="spaceRect" presStyleCnt="0"/>
      <dgm:spPr/>
    </dgm:pt>
    <dgm:pt modelId="{02A8A00B-387E-4563-B5E6-DF56FC05D01F}" type="pres">
      <dgm:prSet presAssocID="{B92E0530-E83E-4745-B9D9-6D7A227F4E05}" presName="textRect" presStyleLbl="revTx" presStyleIdx="1" presStyleCnt="4">
        <dgm:presLayoutVars>
          <dgm:chMax val="1"/>
          <dgm:chPref val="1"/>
        </dgm:presLayoutVars>
      </dgm:prSet>
      <dgm:spPr/>
    </dgm:pt>
    <dgm:pt modelId="{A162EBE6-04D2-4F6A-8E92-D3B3A030589A}" type="pres">
      <dgm:prSet presAssocID="{283DF9AA-84A9-42D2-9741-D9BAEBB4335B}" presName="sibTrans" presStyleCnt="0"/>
      <dgm:spPr/>
    </dgm:pt>
    <dgm:pt modelId="{8D1A7D85-8131-4064-862A-37EF09A4B228}" type="pres">
      <dgm:prSet presAssocID="{0827B350-94AA-486F-8A7C-C36903BB0F26}" presName="compNode" presStyleCnt="0"/>
      <dgm:spPr/>
    </dgm:pt>
    <dgm:pt modelId="{36D2E3AC-CD63-4970-8FB4-F729EAAF944D}" type="pres">
      <dgm:prSet presAssocID="{0827B350-94AA-486F-8A7C-C36903BB0F2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DB52CC21-18AB-469B-97A0-63F2C5F0832E}" type="pres">
      <dgm:prSet presAssocID="{0827B350-94AA-486F-8A7C-C36903BB0F26}" presName="spaceRect" presStyleCnt="0"/>
      <dgm:spPr/>
    </dgm:pt>
    <dgm:pt modelId="{9E8DC539-A1C7-468B-B3BD-3F81411C49FC}" type="pres">
      <dgm:prSet presAssocID="{0827B350-94AA-486F-8A7C-C36903BB0F26}" presName="textRect" presStyleLbl="revTx" presStyleIdx="2" presStyleCnt="4">
        <dgm:presLayoutVars>
          <dgm:chMax val="1"/>
          <dgm:chPref val="1"/>
        </dgm:presLayoutVars>
      </dgm:prSet>
      <dgm:spPr/>
    </dgm:pt>
    <dgm:pt modelId="{E5F5A96B-2D8B-4BD9-BA5C-0890AEFBF68A}" type="pres">
      <dgm:prSet presAssocID="{352DD59A-E8CA-43B2-AEAE-F1FA96B284A7}" presName="sibTrans" presStyleCnt="0"/>
      <dgm:spPr/>
    </dgm:pt>
    <dgm:pt modelId="{2A3FAAA1-84AA-4E92-80E0-B5F6EFB05BAF}" type="pres">
      <dgm:prSet presAssocID="{CDCA23FC-0593-4993-AD06-5756129C5B56}" presName="compNode" presStyleCnt="0"/>
      <dgm:spPr/>
    </dgm:pt>
    <dgm:pt modelId="{2CB67B48-EDAC-4819-AA6A-FFB8D8FC745A}" type="pres">
      <dgm:prSet presAssocID="{CDCA23FC-0593-4993-AD06-5756129C5B5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48774288-0579-4495-B872-5DBAFF5BEEF8}" type="pres">
      <dgm:prSet presAssocID="{CDCA23FC-0593-4993-AD06-5756129C5B56}" presName="spaceRect" presStyleCnt="0"/>
      <dgm:spPr/>
    </dgm:pt>
    <dgm:pt modelId="{885CBC29-ABE3-4F7D-AED8-78C07F866DBC}" type="pres">
      <dgm:prSet presAssocID="{CDCA23FC-0593-4993-AD06-5756129C5B5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9746805-89AD-46B7-B0FF-4ADF6AC67B31}" srcId="{507D3EA1-F62B-4E4F-AD59-29E0A1166DE6}" destId="{B92E0530-E83E-4745-B9D9-6D7A227F4E05}" srcOrd="1" destOrd="0" parTransId="{0BDF4792-E270-4350-8E91-FCE94F1F1DF0}" sibTransId="{283DF9AA-84A9-42D2-9741-D9BAEBB4335B}"/>
    <dgm:cxn modelId="{B1053432-617A-4890-96BD-E1EA547D8BF0}" type="presOf" srcId="{CDCA23FC-0593-4993-AD06-5756129C5B56}" destId="{885CBC29-ABE3-4F7D-AED8-78C07F866DBC}" srcOrd="0" destOrd="0" presId="urn:microsoft.com/office/officeart/2018/2/layout/IconLabelList"/>
    <dgm:cxn modelId="{DF400736-C327-4768-978A-88D0129E6000}" srcId="{507D3EA1-F62B-4E4F-AD59-29E0A1166DE6}" destId="{0827B350-94AA-486F-8A7C-C36903BB0F26}" srcOrd="2" destOrd="0" parTransId="{842D4811-590F-49FD-B95B-504D37C7DAB8}" sibTransId="{352DD59A-E8CA-43B2-AEAE-F1FA96B284A7}"/>
    <dgm:cxn modelId="{78E33C62-9134-4D31-AFAC-9C44631FB7CC}" type="presOf" srcId="{B92E0530-E83E-4745-B9D9-6D7A227F4E05}" destId="{02A8A00B-387E-4563-B5E6-DF56FC05D01F}" srcOrd="0" destOrd="0" presId="urn:microsoft.com/office/officeart/2018/2/layout/IconLabelList"/>
    <dgm:cxn modelId="{E1F57D4B-F49E-45BE-AB8F-25DE9EF97EF8}" srcId="{507D3EA1-F62B-4E4F-AD59-29E0A1166DE6}" destId="{CDCA23FC-0593-4993-AD06-5756129C5B56}" srcOrd="3" destOrd="0" parTransId="{4F9EA976-4F04-4194-8CE0-43AD3BDF751E}" sibTransId="{337859B4-677E-4AC5-9EAC-003B8CC133F4}"/>
    <dgm:cxn modelId="{CA31D499-47DA-4BD7-AD0C-ADAED5FDDA43}" srcId="{507D3EA1-F62B-4E4F-AD59-29E0A1166DE6}" destId="{2D2AFBD9-9B1D-4ACC-920A-C2926E9580CE}" srcOrd="0" destOrd="0" parTransId="{4F0BB85D-F204-407B-B8A8-DD038540A400}" sibTransId="{E4B7BD29-B3FB-4B34-9AEC-A65B7E23C3A6}"/>
    <dgm:cxn modelId="{A185CF9F-C7E4-4157-9242-CF644D813D68}" type="presOf" srcId="{2D2AFBD9-9B1D-4ACC-920A-C2926E9580CE}" destId="{23BBFDAA-6A30-4A52-AC00-782D9C8AC216}" srcOrd="0" destOrd="0" presId="urn:microsoft.com/office/officeart/2018/2/layout/IconLabelList"/>
    <dgm:cxn modelId="{4BEBF2AC-62C8-4105-8941-B6C0005695D4}" type="presOf" srcId="{0827B350-94AA-486F-8A7C-C36903BB0F26}" destId="{9E8DC539-A1C7-468B-B3BD-3F81411C49FC}" srcOrd="0" destOrd="0" presId="urn:microsoft.com/office/officeart/2018/2/layout/IconLabelList"/>
    <dgm:cxn modelId="{5E0BE1B1-F883-43A3-9A30-BA31D398ED61}" type="presOf" srcId="{507D3EA1-F62B-4E4F-AD59-29E0A1166DE6}" destId="{4B099A66-C013-42B4-AD04-D13AA7DBFFF1}" srcOrd="0" destOrd="0" presId="urn:microsoft.com/office/officeart/2018/2/layout/IconLabelList"/>
    <dgm:cxn modelId="{CB3D2F94-FD46-4AF4-9309-5B40D8CA5C28}" type="presParOf" srcId="{4B099A66-C013-42B4-AD04-D13AA7DBFFF1}" destId="{BF3376CF-8BF2-47A1-AD73-F74305C6A737}" srcOrd="0" destOrd="0" presId="urn:microsoft.com/office/officeart/2018/2/layout/IconLabelList"/>
    <dgm:cxn modelId="{634741CE-1BEA-44BE-8180-FD4954DDCCCC}" type="presParOf" srcId="{BF3376CF-8BF2-47A1-AD73-F74305C6A737}" destId="{0D93D617-F62C-4471-B5A1-2DA94D9B0711}" srcOrd="0" destOrd="0" presId="urn:microsoft.com/office/officeart/2018/2/layout/IconLabelList"/>
    <dgm:cxn modelId="{BD1B8E6E-DA9E-42AC-A164-BD1F28A46435}" type="presParOf" srcId="{BF3376CF-8BF2-47A1-AD73-F74305C6A737}" destId="{5D08907B-911C-4CC6-9E90-E2749332CBDA}" srcOrd="1" destOrd="0" presId="urn:microsoft.com/office/officeart/2018/2/layout/IconLabelList"/>
    <dgm:cxn modelId="{9756CFFB-F7B2-4D92-B445-94BCCB193A21}" type="presParOf" srcId="{BF3376CF-8BF2-47A1-AD73-F74305C6A737}" destId="{23BBFDAA-6A30-4A52-AC00-782D9C8AC216}" srcOrd="2" destOrd="0" presId="urn:microsoft.com/office/officeart/2018/2/layout/IconLabelList"/>
    <dgm:cxn modelId="{E8D335AF-E8C0-4ED4-8E91-1C7C29F3B54A}" type="presParOf" srcId="{4B099A66-C013-42B4-AD04-D13AA7DBFFF1}" destId="{67D6436F-7275-4FD6-8BE2-34BBB09F408D}" srcOrd="1" destOrd="0" presId="urn:microsoft.com/office/officeart/2018/2/layout/IconLabelList"/>
    <dgm:cxn modelId="{DCC592E7-9730-4157-B42F-70CE4FE224D2}" type="presParOf" srcId="{4B099A66-C013-42B4-AD04-D13AA7DBFFF1}" destId="{129EF93C-7CBF-41B0-B2E8-27C46834AD38}" srcOrd="2" destOrd="0" presId="urn:microsoft.com/office/officeart/2018/2/layout/IconLabelList"/>
    <dgm:cxn modelId="{272F5246-68A3-48FE-A470-D178999FC9E2}" type="presParOf" srcId="{129EF93C-7CBF-41B0-B2E8-27C46834AD38}" destId="{41AC88F6-EAAA-4D4C-B909-821AC463A18C}" srcOrd="0" destOrd="0" presId="urn:microsoft.com/office/officeart/2018/2/layout/IconLabelList"/>
    <dgm:cxn modelId="{C750E11E-13AC-4D14-842D-7BE952CA78E4}" type="presParOf" srcId="{129EF93C-7CBF-41B0-B2E8-27C46834AD38}" destId="{8E13C1EB-120B-4253-B22B-04681E51CE8C}" srcOrd="1" destOrd="0" presId="urn:microsoft.com/office/officeart/2018/2/layout/IconLabelList"/>
    <dgm:cxn modelId="{CDD8C160-2A06-4555-B3DC-E824D9C8C69E}" type="presParOf" srcId="{129EF93C-7CBF-41B0-B2E8-27C46834AD38}" destId="{02A8A00B-387E-4563-B5E6-DF56FC05D01F}" srcOrd="2" destOrd="0" presId="urn:microsoft.com/office/officeart/2018/2/layout/IconLabelList"/>
    <dgm:cxn modelId="{D407C97F-1E76-458B-98A4-7D97F9A194E5}" type="presParOf" srcId="{4B099A66-C013-42B4-AD04-D13AA7DBFFF1}" destId="{A162EBE6-04D2-4F6A-8E92-D3B3A030589A}" srcOrd="3" destOrd="0" presId="urn:microsoft.com/office/officeart/2018/2/layout/IconLabelList"/>
    <dgm:cxn modelId="{840A0B67-62F2-4E6E-88B7-2EC1462628D1}" type="presParOf" srcId="{4B099A66-C013-42B4-AD04-D13AA7DBFFF1}" destId="{8D1A7D85-8131-4064-862A-37EF09A4B228}" srcOrd="4" destOrd="0" presId="urn:microsoft.com/office/officeart/2018/2/layout/IconLabelList"/>
    <dgm:cxn modelId="{A4A9D65A-0164-406E-A380-3059A611F59F}" type="presParOf" srcId="{8D1A7D85-8131-4064-862A-37EF09A4B228}" destId="{36D2E3AC-CD63-4970-8FB4-F729EAAF944D}" srcOrd="0" destOrd="0" presId="urn:microsoft.com/office/officeart/2018/2/layout/IconLabelList"/>
    <dgm:cxn modelId="{C286B7D2-0E29-4D9C-8067-2874449F1F1A}" type="presParOf" srcId="{8D1A7D85-8131-4064-862A-37EF09A4B228}" destId="{DB52CC21-18AB-469B-97A0-63F2C5F0832E}" srcOrd="1" destOrd="0" presId="urn:microsoft.com/office/officeart/2018/2/layout/IconLabelList"/>
    <dgm:cxn modelId="{CE49B18B-754F-4F46-844E-3A9C88A674C5}" type="presParOf" srcId="{8D1A7D85-8131-4064-862A-37EF09A4B228}" destId="{9E8DC539-A1C7-468B-B3BD-3F81411C49FC}" srcOrd="2" destOrd="0" presId="urn:microsoft.com/office/officeart/2018/2/layout/IconLabelList"/>
    <dgm:cxn modelId="{C7F015D9-5F55-4AE4-9CC8-326F28C3F683}" type="presParOf" srcId="{4B099A66-C013-42B4-AD04-D13AA7DBFFF1}" destId="{E5F5A96B-2D8B-4BD9-BA5C-0890AEFBF68A}" srcOrd="5" destOrd="0" presId="urn:microsoft.com/office/officeart/2018/2/layout/IconLabelList"/>
    <dgm:cxn modelId="{B1954F6C-E4C6-401A-8C42-74880D0AB0A8}" type="presParOf" srcId="{4B099A66-C013-42B4-AD04-D13AA7DBFFF1}" destId="{2A3FAAA1-84AA-4E92-80E0-B5F6EFB05BAF}" srcOrd="6" destOrd="0" presId="urn:microsoft.com/office/officeart/2018/2/layout/IconLabelList"/>
    <dgm:cxn modelId="{30A0C38C-5130-449F-AC16-2E9267796C6F}" type="presParOf" srcId="{2A3FAAA1-84AA-4E92-80E0-B5F6EFB05BAF}" destId="{2CB67B48-EDAC-4819-AA6A-FFB8D8FC745A}" srcOrd="0" destOrd="0" presId="urn:microsoft.com/office/officeart/2018/2/layout/IconLabelList"/>
    <dgm:cxn modelId="{9ABA15A8-6A41-4888-9AFE-302DA6F0F614}" type="presParOf" srcId="{2A3FAAA1-84AA-4E92-80E0-B5F6EFB05BAF}" destId="{48774288-0579-4495-B872-5DBAFF5BEEF8}" srcOrd="1" destOrd="0" presId="urn:microsoft.com/office/officeart/2018/2/layout/IconLabelList"/>
    <dgm:cxn modelId="{638CD4C9-2DE3-4FEA-962B-63BE2321F63E}" type="presParOf" srcId="{2A3FAAA1-84AA-4E92-80E0-B5F6EFB05BAF}" destId="{885CBC29-ABE3-4F7D-AED8-78C07F866DB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53FBCE-579A-42D7-A0F0-272212BECB7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DE4AAB-0856-447A-A7EC-66AC2ABE356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Interval fuel consumption – Combine flight path endpoint data to calculate total fuel burn across a full flight not just small instant snapshots </a:t>
          </a:r>
          <a:endParaRPr lang="en-US"/>
        </a:p>
      </dgm:t>
    </dgm:pt>
    <dgm:pt modelId="{39CF27CD-26CA-48AF-9639-E7251FFE5EA3}" type="parTrans" cxnId="{38720379-4128-4BF3-99CD-775D6561BD07}">
      <dgm:prSet/>
      <dgm:spPr/>
      <dgm:t>
        <a:bodyPr/>
        <a:lstStyle/>
        <a:p>
          <a:endParaRPr lang="en-US"/>
        </a:p>
      </dgm:t>
    </dgm:pt>
    <dgm:pt modelId="{F04E3A3E-1351-4AF7-8890-03033F635758}" type="sibTrans" cxnId="{38720379-4128-4BF3-99CD-775D6561BD07}">
      <dgm:prSet/>
      <dgm:spPr/>
      <dgm:t>
        <a:bodyPr/>
        <a:lstStyle/>
        <a:p>
          <a:endParaRPr lang="en-US"/>
        </a:p>
      </dgm:t>
    </dgm:pt>
    <dgm:pt modelId="{AB0D4982-28E0-40E9-B853-58D6D00EED7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Personal ADS-B receiver to reduce API dependency leading to more frequent updates</a:t>
          </a:r>
          <a:endParaRPr lang="en-US" dirty="0"/>
        </a:p>
      </dgm:t>
    </dgm:pt>
    <dgm:pt modelId="{D99B8D12-2010-412F-AE79-1A8B8CAD1977}" type="parTrans" cxnId="{4E37CCD6-3608-4E02-A64E-9D4E7A30999E}">
      <dgm:prSet/>
      <dgm:spPr/>
      <dgm:t>
        <a:bodyPr/>
        <a:lstStyle/>
        <a:p>
          <a:endParaRPr lang="en-US"/>
        </a:p>
      </dgm:t>
    </dgm:pt>
    <dgm:pt modelId="{6816792E-A016-4504-AAFE-0BC79C33278A}" type="sibTrans" cxnId="{4E37CCD6-3608-4E02-A64E-9D4E7A30999E}">
      <dgm:prSet/>
      <dgm:spPr/>
      <dgm:t>
        <a:bodyPr/>
        <a:lstStyle/>
        <a:p>
          <a:endParaRPr lang="en-US"/>
        </a:p>
      </dgm:t>
    </dgm:pt>
    <dgm:pt modelId="{57E37D08-6D9C-4407-9DE5-0A0331F3EBE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Expand engine fuel coefficient database to cover more commercial flights and not just the main aircraft types</a:t>
          </a:r>
          <a:endParaRPr lang="en-US"/>
        </a:p>
      </dgm:t>
    </dgm:pt>
    <dgm:pt modelId="{5A692973-EEE9-4DEE-BDBD-9D832CFCF30B}" type="parTrans" cxnId="{66032EBA-B918-4876-BC86-EE1836FD14C5}">
      <dgm:prSet/>
      <dgm:spPr/>
      <dgm:t>
        <a:bodyPr/>
        <a:lstStyle/>
        <a:p>
          <a:endParaRPr lang="en-US"/>
        </a:p>
      </dgm:t>
    </dgm:pt>
    <dgm:pt modelId="{970C7DF1-C239-4996-BDB4-C574846A86CF}" type="sibTrans" cxnId="{66032EBA-B918-4876-BC86-EE1836FD14C5}">
      <dgm:prSet/>
      <dgm:spPr/>
      <dgm:t>
        <a:bodyPr/>
        <a:lstStyle/>
        <a:p>
          <a:endParaRPr lang="en-US"/>
        </a:p>
      </dgm:t>
    </dgm:pt>
    <dgm:pt modelId="{E28F47E4-6105-48B8-A138-F5FA40C4974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Cross platform support with the use of .NET MAUI or React Native </a:t>
          </a:r>
          <a:endParaRPr lang="en-US"/>
        </a:p>
      </dgm:t>
    </dgm:pt>
    <dgm:pt modelId="{08461FB1-B8B9-4C46-B393-D2ADE0ABDC57}" type="parTrans" cxnId="{E684198D-4EA4-4610-B8DC-0429B4D4CEF0}">
      <dgm:prSet/>
      <dgm:spPr/>
      <dgm:t>
        <a:bodyPr/>
        <a:lstStyle/>
        <a:p>
          <a:endParaRPr lang="en-US"/>
        </a:p>
      </dgm:t>
    </dgm:pt>
    <dgm:pt modelId="{137EE44A-FBD4-4F12-9419-BAD09530DA50}" type="sibTrans" cxnId="{E684198D-4EA4-4610-B8DC-0429B4D4CEF0}">
      <dgm:prSet/>
      <dgm:spPr/>
      <dgm:t>
        <a:bodyPr/>
        <a:lstStyle/>
        <a:p>
          <a:endParaRPr lang="en-US"/>
        </a:p>
      </dgm:t>
    </dgm:pt>
    <dgm:pt modelId="{34278A90-2786-40CF-9F05-4414707FED49}" type="pres">
      <dgm:prSet presAssocID="{AD53FBCE-579A-42D7-A0F0-272212BECB7E}" presName="root" presStyleCnt="0">
        <dgm:presLayoutVars>
          <dgm:dir/>
          <dgm:resizeHandles val="exact"/>
        </dgm:presLayoutVars>
      </dgm:prSet>
      <dgm:spPr/>
    </dgm:pt>
    <dgm:pt modelId="{7FAEE5B2-B7B5-4907-9ED9-DC4B3EC4885F}" type="pres">
      <dgm:prSet presAssocID="{17DE4AAB-0856-447A-A7EC-66AC2ABE3561}" presName="compNode" presStyleCnt="0"/>
      <dgm:spPr/>
    </dgm:pt>
    <dgm:pt modelId="{1D66FA9E-658A-4F38-9F1A-8314A2A476C1}" type="pres">
      <dgm:prSet presAssocID="{17DE4AAB-0856-447A-A7EC-66AC2ABE3561}" presName="bgRect" presStyleLbl="bgShp" presStyleIdx="0" presStyleCnt="4"/>
      <dgm:spPr/>
    </dgm:pt>
    <dgm:pt modelId="{1563BB35-4F3A-41BB-9F0E-4B1E9855275E}" type="pres">
      <dgm:prSet presAssocID="{17DE4AAB-0856-447A-A7EC-66AC2ABE356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98148D3C-BA27-41CB-9CB9-D6FE74EB1F14}" type="pres">
      <dgm:prSet presAssocID="{17DE4AAB-0856-447A-A7EC-66AC2ABE3561}" presName="spaceRect" presStyleCnt="0"/>
      <dgm:spPr/>
    </dgm:pt>
    <dgm:pt modelId="{CC1A58FA-0CC4-4490-B36C-8DCA59D7186B}" type="pres">
      <dgm:prSet presAssocID="{17DE4AAB-0856-447A-A7EC-66AC2ABE3561}" presName="parTx" presStyleLbl="revTx" presStyleIdx="0" presStyleCnt="4">
        <dgm:presLayoutVars>
          <dgm:chMax val="0"/>
          <dgm:chPref val="0"/>
        </dgm:presLayoutVars>
      </dgm:prSet>
      <dgm:spPr/>
    </dgm:pt>
    <dgm:pt modelId="{6B2EEE48-497A-463B-BC7C-35EF4F707E77}" type="pres">
      <dgm:prSet presAssocID="{F04E3A3E-1351-4AF7-8890-03033F635758}" presName="sibTrans" presStyleCnt="0"/>
      <dgm:spPr/>
    </dgm:pt>
    <dgm:pt modelId="{40239A5D-D042-4536-9D18-18A85B1BC9B1}" type="pres">
      <dgm:prSet presAssocID="{AB0D4982-28E0-40E9-B853-58D6D00EED7C}" presName="compNode" presStyleCnt="0"/>
      <dgm:spPr/>
    </dgm:pt>
    <dgm:pt modelId="{FF8558A8-19B0-4BAD-A547-FA81E2D9E8AA}" type="pres">
      <dgm:prSet presAssocID="{AB0D4982-28E0-40E9-B853-58D6D00EED7C}" presName="bgRect" presStyleLbl="bgShp" presStyleIdx="1" presStyleCnt="4"/>
      <dgm:spPr/>
    </dgm:pt>
    <dgm:pt modelId="{5F3F03FD-C66C-47B3-91EC-557FDA4F069F}" type="pres">
      <dgm:prSet presAssocID="{AB0D4982-28E0-40E9-B853-58D6D00EED7C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 outline"/>
        </a:ext>
      </dgm:extLst>
    </dgm:pt>
    <dgm:pt modelId="{74278DAF-9497-49FB-8F4E-FDD916217EC1}" type="pres">
      <dgm:prSet presAssocID="{AB0D4982-28E0-40E9-B853-58D6D00EED7C}" presName="spaceRect" presStyleCnt="0"/>
      <dgm:spPr/>
    </dgm:pt>
    <dgm:pt modelId="{2A65D18C-C2ED-4BFD-8AE0-9117FE77A4C1}" type="pres">
      <dgm:prSet presAssocID="{AB0D4982-28E0-40E9-B853-58D6D00EED7C}" presName="parTx" presStyleLbl="revTx" presStyleIdx="1" presStyleCnt="4">
        <dgm:presLayoutVars>
          <dgm:chMax val="0"/>
          <dgm:chPref val="0"/>
        </dgm:presLayoutVars>
      </dgm:prSet>
      <dgm:spPr/>
    </dgm:pt>
    <dgm:pt modelId="{482DCE31-03CD-47D9-A0EF-105F2D6487DD}" type="pres">
      <dgm:prSet presAssocID="{6816792E-A016-4504-AAFE-0BC79C33278A}" presName="sibTrans" presStyleCnt="0"/>
      <dgm:spPr/>
    </dgm:pt>
    <dgm:pt modelId="{F830AFD2-FA75-428B-9FB9-EAFCC30C8285}" type="pres">
      <dgm:prSet presAssocID="{57E37D08-6D9C-4407-9DE5-0A0331F3EBE3}" presName="compNode" presStyleCnt="0"/>
      <dgm:spPr/>
    </dgm:pt>
    <dgm:pt modelId="{423BF4A8-829D-4399-BEDB-52C25501D5E4}" type="pres">
      <dgm:prSet presAssocID="{57E37D08-6D9C-4407-9DE5-0A0331F3EBE3}" presName="bgRect" presStyleLbl="bgShp" presStyleIdx="2" presStyleCnt="4"/>
      <dgm:spPr/>
    </dgm:pt>
    <dgm:pt modelId="{913D72C1-99A4-4A48-9A91-1E62F6CAC7BB}" type="pres">
      <dgm:prSet presAssocID="{57E37D08-6D9C-4407-9DE5-0A0331F3EBE3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with solid fill"/>
        </a:ext>
      </dgm:extLst>
    </dgm:pt>
    <dgm:pt modelId="{94AA21F0-FDD7-4F48-8884-D59F0096AEA7}" type="pres">
      <dgm:prSet presAssocID="{57E37D08-6D9C-4407-9DE5-0A0331F3EBE3}" presName="spaceRect" presStyleCnt="0"/>
      <dgm:spPr/>
    </dgm:pt>
    <dgm:pt modelId="{9AD8C8AE-D35D-41E6-AA21-EBA8248448C5}" type="pres">
      <dgm:prSet presAssocID="{57E37D08-6D9C-4407-9DE5-0A0331F3EBE3}" presName="parTx" presStyleLbl="revTx" presStyleIdx="2" presStyleCnt="4">
        <dgm:presLayoutVars>
          <dgm:chMax val="0"/>
          <dgm:chPref val="0"/>
        </dgm:presLayoutVars>
      </dgm:prSet>
      <dgm:spPr/>
    </dgm:pt>
    <dgm:pt modelId="{482DD7B4-6246-4908-861F-867FE168EFD6}" type="pres">
      <dgm:prSet presAssocID="{970C7DF1-C239-4996-BDB4-C574846A86CF}" presName="sibTrans" presStyleCnt="0"/>
      <dgm:spPr/>
    </dgm:pt>
    <dgm:pt modelId="{DBF1FD34-B38A-4678-911E-AE45B05D9AC7}" type="pres">
      <dgm:prSet presAssocID="{E28F47E4-6105-48B8-A138-F5FA40C49748}" presName="compNode" presStyleCnt="0"/>
      <dgm:spPr/>
    </dgm:pt>
    <dgm:pt modelId="{39B62E6D-9980-452F-9A11-605B4142BC31}" type="pres">
      <dgm:prSet presAssocID="{E28F47E4-6105-48B8-A138-F5FA40C49748}" presName="bgRect" presStyleLbl="bgShp" presStyleIdx="3" presStyleCnt="4"/>
      <dgm:spPr/>
    </dgm:pt>
    <dgm:pt modelId="{E7CA0F6D-C858-44EC-AA18-5FA5B8D29AD6}" type="pres">
      <dgm:prSet presAssocID="{E28F47E4-6105-48B8-A138-F5FA40C4974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382E6ED-A361-4213-B4F3-579D5C3E6A7B}" type="pres">
      <dgm:prSet presAssocID="{E28F47E4-6105-48B8-A138-F5FA40C49748}" presName="spaceRect" presStyleCnt="0"/>
      <dgm:spPr/>
    </dgm:pt>
    <dgm:pt modelId="{25236AA3-DE61-4FEE-AF2B-7429C67AB638}" type="pres">
      <dgm:prSet presAssocID="{E28F47E4-6105-48B8-A138-F5FA40C4974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DE9ED0F-6289-47D3-A3D5-9500BB8FD62C}" type="presOf" srcId="{AD53FBCE-579A-42D7-A0F0-272212BECB7E}" destId="{34278A90-2786-40CF-9F05-4414707FED49}" srcOrd="0" destOrd="0" presId="urn:microsoft.com/office/officeart/2018/2/layout/IconVerticalSolidList"/>
    <dgm:cxn modelId="{12D74526-48BA-4FAA-B281-AA34FCA75687}" type="presOf" srcId="{57E37D08-6D9C-4407-9DE5-0A0331F3EBE3}" destId="{9AD8C8AE-D35D-41E6-AA21-EBA8248448C5}" srcOrd="0" destOrd="0" presId="urn:microsoft.com/office/officeart/2018/2/layout/IconVerticalSolidList"/>
    <dgm:cxn modelId="{38720379-4128-4BF3-99CD-775D6561BD07}" srcId="{AD53FBCE-579A-42D7-A0F0-272212BECB7E}" destId="{17DE4AAB-0856-447A-A7EC-66AC2ABE3561}" srcOrd="0" destOrd="0" parTransId="{39CF27CD-26CA-48AF-9639-E7251FFE5EA3}" sibTransId="{F04E3A3E-1351-4AF7-8890-03033F635758}"/>
    <dgm:cxn modelId="{B9837784-311C-4FAD-B869-E2BAE94B32A5}" type="presOf" srcId="{E28F47E4-6105-48B8-A138-F5FA40C49748}" destId="{25236AA3-DE61-4FEE-AF2B-7429C67AB638}" srcOrd="0" destOrd="0" presId="urn:microsoft.com/office/officeart/2018/2/layout/IconVerticalSolidList"/>
    <dgm:cxn modelId="{E684198D-4EA4-4610-B8DC-0429B4D4CEF0}" srcId="{AD53FBCE-579A-42D7-A0F0-272212BECB7E}" destId="{E28F47E4-6105-48B8-A138-F5FA40C49748}" srcOrd="3" destOrd="0" parTransId="{08461FB1-B8B9-4C46-B393-D2ADE0ABDC57}" sibTransId="{137EE44A-FBD4-4F12-9419-BAD09530DA50}"/>
    <dgm:cxn modelId="{66032EBA-B918-4876-BC86-EE1836FD14C5}" srcId="{AD53FBCE-579A-42D7-A0F0-272212BECB7E}" destId="{57E37D08-6D9C-4407-9DE5-0A0331F3EBE3}" srcOrd="2" destOrd="0" parTransId="{5A692973-EEE9-4DEE-BDBD-9D832CFCF30B}" sibTransId="{970C7DF1-C239-4996-BDB4-C574846A86CF}"/>
    <dgm:cxn modelId="{C47A7AC1-21E9-4DB1-84AA-DE158424EB4F}" type="presOf" srcId="{AB0D4982-28E0-40E9-B853-58D6D00EED7C}" destId="{2A65D18C-C2ED-4BFD-8AE0-9117FE77A4C1}" srcOrd="0" destOrd="0" presId="urn:microsoft.com/office/officeart/2018/2/layout/IconVerticalSolidList"/>
    <dgm:cxn modelId="{40BDABD3-3DE5-4412-9F7F-9BDB66181F51}" type="presOf" srcId="{17DE4AAB-0856-447A-A7EC-66AC2ABE3561}" destId="{CC1A58FA-0CC4-4490-B36C-8DCA59D7186B}" srcOrd="0" destOrd="0" presId="urn:microsoft.com/office/officeart/2018/2/layout/IconVerticalSolidList"/>
    <dgm:cxn modelId="{4E37CCD6-3608-4E02-A64E-9D4E7A30999E}" srcId="{AD53FBCE-579A-42D7-A0F0-272212BECB7E}" destId="{AB0D4982-28E0-40E9-B853-58D6D00EED7C}" srcOrd="1" destOrd="0" parTransId="{D99B8D12-2010-412F-AE79-1A8B8CAD1977}" sibTransId="{6816792E-A016-4504-AAFE-0BC79C33278A}"/>
    <dgm:cxn modelId="{85229977-C965-4212-8FB6-0A2F6FDAF59C}" type="presParOf" srcId="{34278A90-2786-40CF-9F05-4414707FED49}" destId="{7FAEE5B2-B7B5-4907-9ED9-DC4B3EC4885F}" srcOrd="0" destOrd="0" presId="urn:microsoft.com/office/officeart/2018/2/layout/IconVerticalSolidList"/>
    <dgm:cxn modelId="{729726E2-0CB8-4602-A8CA-D94CFEECFC6D}" type="presParOf" srcId="{7FAEE5B2-B7B5-4907-9ED9-DC4B3EC4885F}" destId="{1D66FA9E-658A-4F38-9F1A-8314A2A476C1}" srcOrd="0" destOrd="0" presId="urn:microsoft.com/office/officeart/2018/2/layout/IconVerticalSolidList"/>
    <dgm:cxn modelId="{D6644811-A480-4D8E-8CC0-1BA394AAA118}" type="presParOf" srcId="{7FAEE5B2-B7B5-4907-9ED9-DC4B3EC4885F}" destId="{1563BB35-4F3A-41BB-9F0E-4B1E9855275E}" srcOrd="1" destOrd="0" presId="urn:microsoft.com/office/officeart/2018/2/layout/IconVerticalSolidList"/>
    <dgm:cxn modelId="{7BFE486C-D729-416F-A5EB-C9ABDCD35450}" type="presParOf" srcId="{7FAEE5B2-B7B5-4907-9ED9-DC4B3EC4885F}" destId="{98148D3C-BA27-41CB-9CB9-D6FE74EB1F14}" srcOrd="2" destOrd="0" presId="urn:microsoft.com/office/officeart/2018/2/layout/IconVerticalSolidList"/>
    <dgm:cxn modelId="{55E271D6-DDBA-4F84-9189-7E3239DCD4ED}" type="presParOf" srcId="{7FAEE5B2-B7B5-4907-9ED9-DC4B3EC4885F}" destId="{CC1A58FA-0CC4-4490-B36C-8DCA59D7186B}" srcOrd="3" destOrd="0" presId="urn:microsoft.com/office/officeart/2018/2/layout/IconVerticalSolidList"/>
    <dgm:cxn modelId="{1E5A6676-1FC4-49BF-A046-97C0258E7DE3}" type="presParOf" srcId="{34278A90-2786-40CF-9F05-4414707FED49}" destId="{6B2EEE48-497A-463B-BC7C-35EF4F707E77}" srcOrd="1" destOrd="0" presId="urn:microsoft.com/office/officeart/2018/2/layout/IconVerticalSolidList"/>
    <dgm:cxn modelId="{828ABC31-1228-48D8-9273-8503FD93630F}" type="presParOf" srcId="{34278A90-2786-40CF-9F05-4414707FED49}" destId="{40239A5D-D042-4536-9D18-18A85B1BC9B1}" srcOrd="2" destOrd="0" presId="urn:microsoft.com/office/officeart/2018/2/layout/IconVerticalSolidList"/>
    <dgm:cxn modelId="{A854CEE0-2EA9-40C0-961A-A86D20514C7C}" type="presParOf" srcId="{40239A5D-D042-4536-9D18-18A85B1BC9B1}" destId="{FF8558A8-19B0-4BAD-A547-FA81E2D9E8AA}" srcOrd="0" destOrd="0" presId="urn:microsoft.com/office/officeart/2018/2/layout/IconVerticalSolidList"/>
    <dgm:cxn modelId="{8BC30537-1D55-4108-958D-677C2C5FA3A3}" type="presParOf" srcId="{40239A5D-D042-4536-9D18-18A85B1BC9B1}" destId="{5F3F03FD-C66C-47B3-91EC-557FDA4F069F}" srcOrd="1" destOrd="0" presId="urn:microsoft.com/office/officeart/2018/2/layout/IconVerticalSolidList"/>
    <dgm:cxn modelId="{571E7B3C-19D2-4741-BDC8-5D86D1E826F6}" type="presParOf" srcId="{40239A5D-D042-4536-9D18-18A85B1BC9B1}" destId="{74278DAF-9497-49FB-8F4E-FDD916217EC1}" srcOrd="2" destOrd="0" presId="urn:microsoft.com/office/officeart/2018/2/layout/IconVerticalSolidList"/>
    <dgm:cxn modelId="{F82DF57C-0AA7-4FF2-801C-1FE9E3FA5720}" type="presParOf" srcId="{40239A5D-D042-4536-9D18-18A85B1BC9B1}" destId="{2A65D18C-C2ED-4BFD-8AE0-9117FE77A4C1}" srcOrd="3" destOrd="0" presId="urn:microsoft.com/office/officeart/2018/2/layout/IconVerticalSolidList"/>
    <dgm:cxn modelId="{CED11D09-9E79-4678-83A4-F21F243DDB5D}" type="presParOf" srcId="{34278A90-2786-40CF-9F05-4414707FED49}" destId="{482DCE31-03CD-47D9-A0EF-105F2D6487DD}" srcOrd="3" destOrd="0" presId="urn:microsoft.com/office/officeart/2018/2/layout/IconVerticalSolidList"/>
    <dgm:cxn modelId="{87CDD504-6354-4E89-973F-A7ABEADF19A2}" type="presParOf" srcId="{34278A90-2786-40CF-9F05-4414707FED49}" destId="{F830AFD2-FA75-428B-9FB9-EAFCC30C8285}" srcOrd="4" destOrd="0" presId="urn:microsoft.com/office/officeart/2018/2/layout/IconVerticalSolidList"/>
    <dgm:cxn modelId="{013A764B-8A6A-42DD-A405-EF51080C5BB4}" type="presParOf" srcId="{F830AFD2-FA75-428B-9FB9-EAFCC30C8285}" destId="{423BF4A8-829D-4399-BEDB-52C25501D5E4}" srcOrd="0" destOrd="0" presId="urn:microsoft.com/office/officeart/2018/2/layout/IconVerticalSolidList"/>
    <dgm:cxn modelId="{156B27B5-32C0-46D3-98EA-3C70C1AF5F90}" type="presParOf" srcId="{F830AFD2-FA75-428B-9FB9-EAFCC30C8285}" destId="{913D72C1-99A4-4A48-9A91-1E62F6CAC7BB}" srcOrd="1" destOrd="0" presId="urn:microsoft.com/office/officeart/2018/2/layout/IconVerticalSolidList"/>
    <dgm:cxn modelId="{EF68672E-48A6-48DC-88E5-9B8C0AC677A2}" type="presParOf" srcId="{F830AFD2-FA75-428B-9FB9-EAFCC30C8285}" destId="{94AA21F0-FDD7-4F48-8884-D59F0096AEA7}" srcOrd="2" destOrd="0" presId="urn:microsoft.com/office/officeart/2018/2/layout/IconVerticalSolidList"/>
    <dgm:cxn modelId="{796B7B7E-B5D6-4833-A52A-A8DD0327BBE2}" type="presParOf" srcId="{F830AFD2-FA75-428B-9FB9-EAFCC30C8285}" destId="{9AD8C8AE-D35D-41E6-AA21-EBA8248448C5}" srcOrd="3" destOrd="0" presId="urn:microsoft.com/office/officeart/2018/2/layout/IconVerticalSolidList"/>
    <dgm:cxn modelId="{F92CD71F-EA69-46DF-BDC2-2E877C1662D8}" type="presParOf" srcId="{34278A90-2786-40CF-9F05-4414707FED49}" destId="{482DD7B4-6246-4908-861F-867FE168EFD6}" srcOrd="5" destOrd="0" presId="urn:microsoft.com/office/officeart/2018/2/layout/IconVerticalSolidList"/>
    <dgm:cxn modelId="{6788015D-10B3-489D-A142-F5351FB22474}" type="presParOf" srcId="{34278A90-2786-40CF-9F05-4414707FED49}" destId="{DBF1FD34-B38A-4678-911E-AE45B05D9AC7}" srcOrd="6" destOrd="0" presId="urn:microsoft.com/office/officeart/2018/2/layout/IconVerticalSolidList"/>
    <dgm:cxn modelId="{D01FE1C4-78A0-48D1-9425-34863198EC31}" type="presParOf" srcId="{DBF1FD34-B38A-4678-911E-AE45B05D9AC7}" destId="{39B62E6D-9980-452F-9A11-605B4142BC31}" srcOrd="0" destOrd="0" presId="urn:microsoft.com/office/officeart/2018/2/layout/IconVerticalSolidList"/>
    <dgm:cxn modelId="{E7233051-A7BA-4EDE-9C2A-A81A6E0C7ED8}" type="presParOf" srcId="{DBF1FD34-B38A-4678-911E-AE45B05D9AC7}" destId="{E7CA0F6D-C858-44EC-AA18-5FA5B8D29AD6}" srcOrd="1" destOrd="0" presId="urn:microsoft.com/office/officeart/2018/2/layout/IconVerticalSolidList"/>
    <dgm:cxn modelId="{DF0C72CC-8B7D-4A74-B503-7C19B11D3F44}" type="presParOf" srcId="{DBF1FD34-B38A-4678-911E-AE45B05D9AC7}" destId="{C382E6ED-A361-4213-B4F3-579D5C3E6A7B}" srcOrd="2" destOrd="0" presId="urn:microsoft.com/office/officeart/2018/2/layout/IconVerticalSolidList"/>
    <dgm:cxn modelId="{16EB04CE-DD2C-481C-B497-B69D14CB73FE}" type="presParOf" srcId="{DBF1FD34-B38A-4678-911E-AE45B05D9AC7}" destId="{25236AA3-DE61-4FEE-AF2B-7429C67AB6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93D617-F62C-4471-B5A1-2DA94D9B0711}">
      <dsp:nvSpPr>
        <dsp:cNvPr id="0" name=""/>
        <dsp:cNvSpPr/>
      </dsp:nvSpPr>
      <dsp:spPr>
        <a:xfrm>
          <a:off x="779149" y="1313315"/>
          <a:ext cx="1068709" cy="10687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BFDAA-6A30-4A52-AC00-782D9C8AC216}">
      <dsp:nvSpPr>
        <dsp:cNvPr id="0" name=""/>
        <dsp:cNvSpPr/>
      </dsp:nvSpPr>
      <dsp:spPr>
        <a:xfrm>
          <a:off x="126049" y="2709759"/>
          <a:ext cx="237491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Live Dynamic Flight map – Real time aircraft positionson an interavctive Gmap interface refreshed every 10 seconds with Opensky REST API</a:t>
          </a:r>
          <a:endParaRPr lang="en-US" sz="1100" kern="1200"/>
        </a:p>
      </dsp:txBody>
      <dsp:txXfrm>
        <a:off x="126049" y="2709759"/>
        <a:ext cx="2374910" cy="787500"/>
      </dsp:txXfrm>
    </dsp:sp>
    <dsp:sp modelId="{41AC88F6-EAAA-4D4C-B909-821AC463A18C}">
      <dsp:nvSpPr>
        <dsp:cNvPr id="0" name=""/>
        <dsp:cNvSpPr/>
      </dsp:nvSpPr>
      <dsp:spPr>
        <a:xfrm>
          <a:off x="3569669" y="1313315"/>
          <a:ext cx="1068709" cy="10687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8A00B-387E-4563-B5E6-DF56FC05D01F}">
      <dsp:nvSpPr>
        <dsp:cNvPr id="0" name=""/>
        <dsp:cNvSpPr/>
      </dsp:nvSpPr>
      <dsp:spPr>
        <a:xfrm>
          <a:off x="2916569" y="2709759"/>
          <a:ext cx="237491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Fuel Consumption metrics – Instantaneous fuel burn in kg/sec for each flight using EASA engine fuel coefficients mapped by each aircrafts ICAO24 identifier</a:t>
          </a:r>
          <a:endParaRPr lang="en-US" sz="1100" kern="1200" dirty="0"/>
        </a:p>
      </dsp:txBody>
      <dsp:txXfrm>
        <a:off x="2916569" y="2709759"/>
        <a:ext cx="2374910" cy="787500"/>
      </dsp:txXfrm>
    </dsp:sp>
    <dsp:sp modelId="{36D2E3AC-CD63-4970-8FB4-F729EAAF944D}">
      <dsp:nvSpPr>
        <dsp:cNvPr id="0" name=""/>
        <dsp:cNvSpPr/>
      </dsp:nvSpPr>
      <dsp:spPr>
        <a:xfrm>
          <a:off x="6360189" y="1313315"/>
          <a:ext cx="1068709" cy="10687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DC539-A1C7-468B-B3BD-3F81411C49FC}">
      <dsp:nvSpPr>
        <dsp:cNvPr id="0" name=""/>
        <dsp:cNvSpPr/>
      </dsp:nvSpPr>
      <dsp:spPr>
        <a:xfrm>
          <a:off x="5707089" y="2709759"/>
          <a:ext cx="237491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Flight paths – Historical trajectoey of each selected flight drawn on the map using an Opensky endpoint</a:t>
          </a:r>
          <a:endParaRPr lang="en-US" sz="1100" kern="1200"/>
        </a:p>
      </dsp:txBody>
      <dsp:txXfrm>
        <a:off x="5707089" y="2709759"/>
        <a:ext cx="2374910" cy="787500"/>
      </dsp:txXfrm>
    </dsp:sp>
    <dsp:sp modelId="{2CB67B48-EDAC-4819-AA6A-FFB8D8FC745A}">
      <dsp:nvSpPr>
        <dsp:cNvPr id="0" name=""/>
        <dsp:cNvSpPr/>
      </dsp:nvSpPr>
      <dsp:spPr>
        <a:xfrm>
          <a:off x="9150709" y="1313315"/>
          <a:ext cx="1068709" cy="10687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CBC29-ABE3-4F7D-AED8-78C07F866DBC}">
      <dsp:nvSpPr>
        <dsp:cNvPr id="0" name=""/>
        <dsp:cNvSpPr/>
      </dsp:nvSpPr>
      <dsp:spPr>
        <a:xfrm>
          <a:off x="8497609" y="2709759"/>
          <a:ext cx="237491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Airport Data – Return arrivals and departures for specific airports in the last 24 hours</a:t>
          </a:r>
          <a:endParaRPr lang="en-US" sz="1100" kern="1200" dirty="0"/>
        </a:p>
      </dsp:txBody>
      <dsp:txXfrm>
        <a:off x="8497609" y="2709759"/>
        <a:ext cx="2374910" cy="787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66FA9E-658A-4F38-9F1A-8314A2A476C1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3BB35-4F3A-41BB-9F0E-4B1E9855275E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A58FA-0CC4-4490-B36C-8DCA59D7186B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Interval fuel consumption – Combine flight path endpoint data to calculate total fuel burn across a full flight not just small instant snapshots </a:t>
          </a:r>
          <a:endParaRPr lang="en-US" sz="2200" kern="1200"/>
        </a:p>
      </dsp:txBody>
      <dsp:txXfrm>
        <a:off x="1057183" y="1805"/>
        <a:ext cx="9458416" cy="915310"/>
      </dsp:txXfrm>
    </dsp:sp>
    <dsp:sp modelId="{FF8558A8-19B0-4BAD-A547-FA81E2D9E8AA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3F03FD-C66C-47B3-91EC-557FDA4F069F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5D18C-C2ED-4BFD-8AE0-9117FE77A4C1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Personal ADS-B receiver to reduce API dependency leading to more frequent updates</a:t>
          </a:r>
          <a:endParaRPr lang="en-US" sz="2200" kern="1200" dirty="0"/>
        </a:p>
      </dsp:txBody>
      <dsp:txXfrm>
        <a:off x="1057183" y="1145944"/>
        <a:ext cx="9458416" cy="915310"/>
      </dsp:txXfrm>
    </dsp:sp>
    <dsp:sp modelId="{423BF4A8-829D-4399-BEDB-52C25501D5E4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D72C1-99A4-4A48-9A91-1E62F6CAC7BB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D8C8AE-D35D-41E6-AA21-EBA8248448C5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Expand engine fuel coefficient database to cover more commercial flights and not just the main aircraft types</a:t>
          </a:r>
          <a:endParaRPr lang="en-US" sz="2200" kern="1200"/>
        </a:p>
      </dsp:txBody>
      <dsp:txXfrm>
        <a:off x="1057183" y="2290082"/>
        <a:ext cx="9458416" cy="915310"/>
      </dsp:txXfrm>
    </dsp:sp>
    <dsp:sp modelId="{39B62E6D-9980-452F-9A11-605B4142BC31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A0F6D-C858-44EC-AA18-5FA5B8D29AD6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36AA3-DE61-4FEE-AF2B-7429C67AB638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Cross platform support with the use of .NET MAUI or React Native 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50F29-FE47-4C6A-8897-DC17D9327F1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AB000-A96A-472A-8AF2-DBF5196804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023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B000-A96A-472A-8AF2-DBF51968044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774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199E-DB8F-2EC6-C5F4-56EFB0C75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2EFB75-DEC6-7704-ED7D-6E93A889A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E7008-E72E-387D-C2DA-B80891CD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A217D-D35C-C006-76F6-A000FE0E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01ADD-4545-CD6C-FADC-CAD17076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467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047A-F4EE-CFEE-9A49-1BE6A0C39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76A79-E283-58A9-87E7-5B25F9F79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44C66-7BB1-652D-7716-2974D1BC4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5948E-0775-C625-B246-981A1ECD8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CBA2F-27A6-5A00-05D1-B5D84CBB0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84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25172-AC8C-F0EE-F00E-7025572A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E1BAA-102D-7405-22E1-D6002AD73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D112E-8D70-5152-62DB-2DF5FA8C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40B2A-1789-EABA-BCE9-856D6C5AE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FD590-369F-569F-9CC4-CFCB0BBD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809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BB65-9E9E-60D3-FE1C-6138FD32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518F9-EC5A-2274-BFDF-DCFD5BC6F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0474E-B131-61C9-D339-C3D90F726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0EF91-EB88-F4E9-5096-C5418992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7DE8F-8348-64C2-AD7C-AB4FC43C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D63FC-9238-2F28-EE83-A355D6CC7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390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4109-B8A9-2E51-8F98-D5FFAD90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B9E9A-966E-6213-A335-DE0C545A5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F7470-3BE7-38EF-A647-811E00A76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F43CA-700E-3420-60D3-90D6D8396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2B551-5B8D-1BA6-FEE0-90DED4584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12002-50A8-5279-20C8-A54AB938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F388A5-4FBD-C8F0-8651-EBE29626F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C3F0DD-00A3-0931-010F-24C762E1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526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2B68-EA7B-E839-B3FB-239544C43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B5D217-349B-F5FD-0235-505B36D8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AC74A-D34E-B5F7-2740-66CC7516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906B7-8F8C-2320-5FEE-53647D61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078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BA9D82-556E-80F4-B248-DEAE717A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0069D-A004-7AB8-556A-8DE71C94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365D0-1041-ADE9-D7A8-389ACE00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381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211E-CE98-090F-2D5F-CDB58FD4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CEE7F-9217-7D49-E075-C1018A0A1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23C61-DA07-A0BA-DD7B-28C104A62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EA81D-1869-81A8-87FC-807EA6FBE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3DA08-165D-6EF2-2CA3-C77F1B94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E4532-16E7-5B1F-6865-3FFD8C5A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0A54-AEFD-C420-4175-3F624417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439008-2169-D6D3-6BC5-8FDA4A989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7516-1243-E5F4-BB43-8D04C0DF1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3BAB6-F2F4-89A2-2FDB-2D3EC785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EE82D-67EE-955B-EEDA-518C8283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97EC9-020A-BE9A-8887-2C127A79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98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0966-B614-4E31-35F0-6E1A00F56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EAA45-1C7F-CFE6-0A31-B47431423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65ABF-6CBA-3F03-15D7-BA8D9F263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8F31D-F0B9-18D9-B95E-F65FF59E1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EEE6C-1E4B-4BE6-2B4A-E5CF2B04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33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E1D1E-8F81-01E7-287E-331E9ECA3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DD485-8480-6D83-AC3D-56C64357A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1FBCB-D4A4-5703-5F0F-ED5EFAE4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E2BBB-D47E-D713-9D41-172706E9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DBE6F-A3ED-EF85-9BB1-66823AD74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392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6F06AE-69C9-A881-DB17-ADBEC8D11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6BCBD-D822-7183-F4D3-D4000CE11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1DFB4-E73B-7CBE-2BC1-CE4977E114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676AB-DA54-4E3D-8033-B70CD8EFAD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A6757-06FA-B294-7A56-7A158A53D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E4E1A-ABF6-B6CC-5F3B-77AB696AB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CE241-C4E8-493A-82CA-66AB2E6F7A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444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 descr="Airplanes on a road">
            <a:extLst>
              <a:ext uri="{FF2B5EF4-FFF2-40B4-BE49-F238E27FC236}">
                <a16:creationId xmlns:a16="http://schemas.microsoft.com/office/drawing/2014/main" id="{1A779108-7A8B-82F2-A2D1-114F632E82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3158" b="11937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D3398A-10F0-D688-A1D1-C7C1A3067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20775"/>
          </a:xfrm>
        </p:spPr>
        <p:txBody>
          <a:bodyPr>
            <a:normAutofit/>
          </a:bodyPr>
          <a:lstStyle/>
          <a:p>
            <a:r>
              <a:rPr lang="en-GB" sz="5200" dirty="0">
                <a:solidFill>
                  <a:srgbClr val="FFFFFF"/>
                </a:solidFill>
              </a:rPr>
              <a:t>Flight Tracker Q And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F05AD-D86E-6265-4F08-6D4B0B6C2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181" y="3514853"/>
            <a:ext cx="9795637" cy="205704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James Tew</a:t>
            </a: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80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4B577-5C9F-9406-A857-67623D3AE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GB" sz="4000"/>
              <a:t>What it does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AD8A47F-6032-70E0-CE3A-C4686C64F9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8401159"/>
              </p:ext>
            </p:extLst>
          </p:nvPr>
        </p:nvGraphicFramePr>
        <p:xfrm>
          <a:off x="349135" y="1197033"/>
          <a:ext cx="10998569" cy="481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496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FB683-D49C-4302-E3DA-EF6F6388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3800"/>
              <a:t>USP – Fuel Consumption Estimation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622E8-92E0-4BFF-F44E-6378102F7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1700"/>
              <a:t>ICAO24 for aircraft is searched in Opensky database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Database returns Typecode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Typecode is used to identify EASA engine fuel coefficients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Vertical Rate is used to determine flight phase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Fuel flow in kg/sec is returned multiplied by engine count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5EDDC3-1220-6728-1CEC-2F0BA5F47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420" y="640080"/>
            <a:ext cx="601747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32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8615A-66A8-5071-8D90-8246FF9B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GB" dirty="0"/>
              <a:t>Product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A66CD-9BE3-DE94-0B3D-9A7C5A0E0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GB" sz="2000" dirty="0"/>
              <a:t>Real Time map updates every 10 seconds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2000" dirty="0"/>
              <a:t>Full state vectors of flight information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2000" dirty="0"/>
              <a:t>24-hour window of airport arrivals and departures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2000" dirty="0"/>
              <a:t>Historical Flight Paths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2000" dirty="0"/>
              <a:t>Fuel Consumption returned for each flight phase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0D0C1C-AB4B-0450-3931-20F937CC8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732609"/>
            <a:ext cx="6155141" cy="541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72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97B706-7CE0-1C5D-B364-9C93D8AC9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737" y="144731"/>
            <a:ext cx="8772525" cy="656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47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00A94-2FB6-4CDD-6AFB-9FD6317C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Work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A3D23D-7615-A716-FF3B-47D4F8ED65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24877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4884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C4A70-6AB5-E624-1C35-B839E0C3C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Graphical 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E043C-316A-5311-7983-1933F2D9E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833"/>
            <a:ext cx="5096934" cy="41661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Interface is dynamic and </a:t>
            </a:r>
            <a:r>
              <a:rPr lang="en-US" sz="2000" dirty="0" err="1"/>
              <a:t>prioritises</a:t>
            </a:r>
            <a:r>
              <a:rPr lang="en-US" sz="2000" dirty="0"/>
              <a:t> readability with separate data grids </a:t>
            </a:r>
          </a:p>
          <a:p>
            <a:r>
              <a:rPr lang="en-US" sz="2000" dirty="0"/>
              <a:t>Real time interaction improves useability compared to static tables</a:t>
            </a:r>
          </a:p>
          <a:p>
            <a:r>
              <a:rPr lang="en-US" sz="2000" dirty="0"/>
              <a:t>Was designed around the </a:t>
            </a:r>
            <a:r>
              <a:rPr lang="en-US" sz="2000" dirty="0" err="1"/>
              <a:t>MoSCoW</a:t>
            </a:r>
            <a:r>
              <a:rPr lang="en-US" sz="2000" dirty="0"/>
              <a:t> requirements to </a:t>
            </a:r>
            <a:r>
              <a:rPr lang="en-US" sz="2000" dirty="0" err="1"/>
              <a:t>prioritise</a:t>
            </a:r>
            <a:r>
              <a:rPr lang="en-US" sz="2000" dirty="0"/>
              <a:t> functionality</a:t>
            </a:r>
          </a:p>
          <a:p>
            <a:r>
              <a:rPr lang="en-US" sz="2000" dirty="0"/>
              <a:t>Split container layout allowed for useability with users being able to resize the map and data grid to their preference so they can </a:t>
            </a:r>
            <a:r>
              <a:rPr lang="en-US" sz="2000" dirty="0" err="1"/>
              <a:t>prioritise</a:t>
            </a:r>
            <a:r>
              <a:rPr lang="en-US" sz="2000" dirty="0"/>
              <a:t> tables or the map</a:t>
            </a:r>
          </a:p>
          <a:p>
            <a:r>
              <a:rPr lang="en-US" sz="2000" dirty="0"/>
              <a:t>Windows forms provided fast prototyping in a familiar environment with easy to use drag and drop properties 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4CAF6-7FCE-D5BC-9AE9-4FC954FF500D}"/>
              </a:ext>
            </a:extLst>
          </p:cNvPr>
          <p:cNvSpPr txBox="1"/>
          <p:nvPr/>
        </p:nvSpPr>
        <p:spPr>
          <a:xfrm>
            <a:off x="6256866" y="2010833"/>
            <a:ext cx="5096933" cy="4166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Windows forms limits scalability and the se of React or .NET MAUI would expand the app with modern </a:t>
            </a:r>
            <a:r>
              <a:rPr lang="en-US" sz="2000" dirty="0" err="1"/>
              <a:t>gui</a:t>
            </a:r>
            <a:r>
              <a:rPr lang="en-US" sz="2000" dirty="0"/>
              <a:t> and cross platform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Colour</a:t>
            </a:r>
            <a:r>
              <a:rPr lang="en-US" sz="2000" dirty="0"/>
              <a:t> code markers by category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Add filtering for specific aircrafts or airlines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97794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E504E-2029-A96A-AE43-F8DE1E9E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Fuel Consumption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2A5EF-CF96-39D2-DEA3-4D9E5499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r>
              <a:rPr lang="en-US" sz="2400" dirty="0"/>
              <a:t>Fuel metric is the USP where it is not present in any other commercial flight tracker</a:t>
            </a:r>
          </a:p>
          <a:p>
            <a:r>
              <a:rPr lang="en-US" sz="2400" dirty="0"/>
              <a:t>Provides insight at different flight phases </a:t>
            </a:r>
          </a:p>
          <a:p>
            <a:r>
              <a:rPr lang="en-US" sz="2400" dirty="0"/>
              <a:t>Reliable using real fuel coefficient values instead of speed estimate calculations</a:t>
            </a:r>
          </a:p>
          <a:p>
            <a:r>
              <a:rPr lang="en-US" sz="2400" dirty="0"/>
              <a:t>Real time estimation allows for </a:t>
            </a:r>
            <a:r>
              <a:rPr lang="en-US" sz="2400" dirty="0" err="1"/>
              <a:t>reall</a:t>
            </a:r>
            <a:r>
              <a:rPr lang="en-US" sz="2400" dirty="0"/>
              <a:t> time </a:t>
            </a:r>
            <a:r>
              <a:rPr lang="en-US" sz="2400" dirty="0" err="1"/>
              <a:t>comparionsd</a:t>
            </a:r>
            <a:endParaRPr lang="en-US" sz="2400" dirty="0"/>
          </a:p>
          <a:p>
            <a:r>
              <a:rPr lang="en-US" sz="2400" dirty="0"/>
              <a:t>A B737 at cruise returns 1.221 kg sec which is consistent with the official EASA source </a:t>
            </a:r>
          </a:p>
          <a:p>
            <a:r>
              <a:rPr lang="en-US" sz="2400" dirty="0"/>
              <a:t>Icao – </a:t>
            </a:r>
            <a:r>
              <a:rPr lang="en-US" sz="2400" dirty="0" err="1"/>
              <a:t>typecode</a:t>
            </a:r>
            <a:r>
              <a:rPr lang="en-US" sz="2400" dirty="0"/>
              <a:t> – engine – fuel coefficient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A7D58-7DD7-4CED-FBCD-031601CA8545}"/>
              </a:ext>
            </a:extLst>
          </p:cNvPr>
          <p:cNvSpPr txBox="1"/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All values are estimates and not exact operational  measurements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Limited by data where there Is default values and doesn’t use parameters like aircraft mass or engine thrust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Instantaneous fuel flow is only a snapshot </a:t>
            </a:r>
            <a:r>
              <a:rPr lang="en-US" sz="2200" dirty="0" err="1"/>
              <a:t>fo</a:t>
            </a:r>
            <a:r>
              <a:rPr lang="en-US" sz="2200" dirty="0"/>
              <a:t> the flight as a whole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Open AP was a python library and also required thrust metrics which I couldn’t get from ADSB data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Future work would add interval fuel consumption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Expand aircraft </a:t>
            </a:r>
            <a:r>
              <a:rPr lang="en-US" sz="2200" dirty="0" err="1"/>
              <a:t>coeffcient</a:t>
            </a:r>
            <a:r>
              <a:rPr lang="en-US" sz="2200" dirty="0"/>
              <a:t> database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Vertical rate – rate of altitude change in m/s with positive being climbing and negative being descending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9315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C177F-5B50-A490-FBFD-BC1CBD212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Opensky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9918F-D961-0BE4-03AA-8FC4A917F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2400" dirty="0"/>
              <a:t>Free and accessible for research based projects</a:t>
            </a:r>
          </a:p>
          <a:p>
            <a:r>
              <a:rPr lang="en-US" sz="2400" dirty="0"/>
              <a:t>Real time state vectors with main parameters reliable </a:t>
            </a:r>
          </a:p>
          <a:p>
            <a:r>
              <a:rPr lang="en-US" sz="2400" dirty="0"/>
              <a:t>Allowed for rapid prototyping</a:t>
            </a:r>
          </a:p>
          <a:p>
            <a:r>
              <a:rPr lang="en-US" sz="2400" dirty="0"/>
              <a:t>Opensky was free and a community driven source for research which better fit an environmental project</a:t>
            </a:r>
          </a:p>
          <a:p>
            <a:r>
              <a:rPr lang="en-US" sz="2400" dirty="0"/>
              <a:t>The last known information stays on screen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26BA3-F63D-393E-53C7-F624CA28F0D6}"/>
              </a:ext>
            </a:extLst>
          </p:cNvPr>
          <p:cNvSpPr txBox="1"/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Rate limits would eventually affect the app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Data quality issues with fields like the category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Null values and inconsistent field required more data handling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Use local adsb receiver with a raspberry pi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Cache previous returned results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54941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85840-5391-C86D-5609-C419E7B7C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61637-769E-93EA-1497-D0D94B8A5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Faster to implement than full database fit for project scope </a:t>
            </a:r>
          </a:p>
          <a:p>
            <a:r>
              <a:rPr lang="en-US" sz="2400" dirty="0"/>
              <a:t>Still met requirements</a:t>
            </a:r>
          </a:p>
          <a:p>
            <a:r>
              <a:rPr lang="en-US" sz="2400" dirty="0"/>
              <a:t>Simple look up process for both with CSV helper</a:t>
            </a:r>
          </a:p>
          <a:p>
            <a:r>
              <a:rPr lang="en-US" sz="2400" dirty="0"/>
              <a:t>Was a trade off to implement a working look up table system</a:t>
            </a:r>
          </a:p>
          <a:p>
            <a:r>
              <a:rPr lang="en-US" sz="2400" dirty="0"/>
              <a:t>CSV helper was faster to set up than </a:t>
            </a:r>
            <a:r>
              <a:rPr lang="en-US" sz="2400" dirty="0" err="1"/>
              <a:t>sql</a:t>
            </a:r>
            <a:r>
              <a:rPr lang="en-US" sz="2400" dirty="0"/>
              <a:t> lite 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18780-9F8F-846A-5F2A-9021B8591DE3}"/>
              </a:ext>
            </a:extLst>
          </p:cNvPr>
          <p:cNvSpPr txBox="1"/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Performance slows on a larger scale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Difficult to maintain larger datasets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Missing aircraft types reduce reliability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CSV helper is a row by row look up chain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Lack of </a:t>
            </a:r>
            <a:r>
              <a:rPr lang="en-US" sz="2400"/>
              <a:t>category field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0038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87462-979C-6E06-E230-6228EB32B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85D4F-9837-F92F-C87F-BFC03BEA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MVP requirements were met</a:t>
            </a:r>
          </a:p>
          <a:p>
            <a:r>
              <a:rPr lang="en-US" sz="2400" dirty="0"/>
              <a:t>Unique feature works as intended within scope </a:t>
            </a:r>
          </a:p>
          <a:p>
            <a:r>
              <a:rPr lang="en-US" sz="2400" dirty="0" err="1"/>
              <a:t>Intergrates</a:t>
            </a:r>
            <a:r>
              <a:rPr lang="en-US" sz="2400" dirty="0"/>
              <a:t> both real time and historic data</a:t>
            </a:r>
          </a:p>
          <a:p>
            <a:r>
              <a:rPr lang="en-US" sz="2400" dirty="0"/>
              <a:t>Review API endpoints earlier and further test data quality</a:t>
            </a:r>
          </a:p>
          <a:p>
            <a:r>
              <a:rPr lang="en-US" sz="2400" dirty="0"/>
              <a:t>Interval fuel consumption was a bit more difficult than I thought 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CBD97-8ECC-37D6-9083-251BBE4EF5E8}"/>
              </a:ext>
            </a:extLst>
          </p:cNvPr>
          <p:cNvSpPr txBox="1"/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Accuracy is dependent on data quality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Limited by time scope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Some features remained prototypes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Full flight emission calculation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Mobile deployment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Analysis and comparisons overview </a:t>
            </a:r>
          </a:p>
        </p:txBody>
      </p:sp>
    </p:spTree>
    <p:extLst>
      <p:ext uri="{BB962C8B-B14F-4D97-AF65-F5344CB8AC3E}">
        <p14:creationId xmlns:p14="http://schemas.microsoft.com/office/powerpoint/2010/main" val="2035227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6400A-2743-6A94-A506-4EAC0584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Agile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E185C-A207-38EF-5447-BA54C0593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692" y="1671787"/>
            <a:ext cx="8276026" cy="3320031"/>
          </a:xfrm>
        </p:spPr>
        <p:txBody>
          <a:bodyPr anchor="ctr">
            <a:normAutofit/>
          </a:bodyPr>
          <a:lstStyle/>
          <a:p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Allowed for rapid prototyping </a:t>
            </a:r>
          </a:p>
          <a:p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Requirements didn’t need to be fully outlined</a:t>
            </a:r>
          </a:p>
          <a:p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More flexible </a:t>
            </a:r>
          </a:p>
          <a:p>
            <a:r>
              <a:rPr lang="en-GB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Spint</a:t>
            </a:r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based approach allowed for improvements</a:t>
            </a:r>
          </a:p>
          <a:p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Issues were caught through live testing </a:t>
            </a:r>
          </a:p>
          <a:p>
            <a:r>
              <a:rPr lang="en-GB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Couldve</a:t>
            </a:r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benefitted from peer review more maybe or a stakeholder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74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757</Words>
  <Application>Microsoft Office PowerPoint</Application>
  <PresentationFormat>Widescreen</PresentationFormat>
  <Paragraphs>93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Wingdings</vt:lpstr>
      <vt:lpstr>Office Theme</vt:lpstr>
      <vt:lpstr>Flight Tracker Q And A</vt:lpstr>
      <vt:lpstr>What it does </vt:lpstr>
      <vt:lpstr>USP – Fuel Consumption Estimation</vt:lpstr>
      <vt:lpstr>Product Evaluation</vt:lpstr>
      <vt:lpstr>PowerPoint Presentation</vt:lpstr>
      <vt:lpstr>Future Work </vt:lpstr>
      <vt:lpstr>Graphical User Interface</vt:lpstr>
      <vt:lpstr>Fuel Consumption metric</vt:lpstr>
      <vt:lpstr>Opensky API</vt:lpstr>
      <vt:lpstr>Database Design</vt:lpstr>
      <vt:lpstr>Project Evaluation</vt:lpstr>
      <vt:lpstr>Agile methodology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Tew, James (Student)</dc:creator>
  <cp:lastModifiedBy>Tew, James (Student)</cp:lastModifiedBy>
  <cp:revision>1</cp:revision>
  <dcterms:created xsi:type="dcterms:W3CDTF">2026-05-11T20:19:41Z</dcterms:created>
  <dcterms:modified xsi:type="dcterms:W3CDTF">2026-05-20T11:06:12Z</dcterms:modified>
</cp:coreProperties>
</file>